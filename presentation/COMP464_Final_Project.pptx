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16_28FB844.xml" ContentType="application/vnd.ms-powerpoint.comment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0A_F0D8CB55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9" r:id="rId5"/>
    <p:sldId id="270" r:id="rId6"/>
    <p:sldId id="267" r:id="rId7"/>
    <p:sldId id="260" r:id="rId8"/>
    <p:sldId id="261" r:id="rId9"/>
    <p:sldId id="281" r:id="rId10"/>
    <p:sldId id="280" r:id="rId11"/>
    <p:sldId id="273" r:id="rId12"/>
    <p:sldId id="276" r:id="rId13"/>
    <p:sldId id="274" r:id="rId14"/>
    <p:sldId id="275" r:id="rId15"/>
    <p:sldId id="263" r:id="rId16"/>
    <p:sldId id="278" r:id="rId17"/>
    <p:sldId id="282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CDC891-DEBE-76E5-AB16-C5CE561C0B29}" name="Saban, Michael" initials="MS" userId="S::msaban@luc.edu::74cb2b79-f8f3-466c-905c-ccfc18d9a6c5" providerId="AD"/>
  <p188:author id="{75382896-29B0-A80E-BFEC-E147D8A94F3C}" name="Moore, Izzy" initials="MI" userId="S::cmoore12@luc.edu::ea218641-bf08-4cd3-8df8-119adb94325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1A58"/>
    <a:srgbClr val="103616"/>
    <a:srgbClr val="0D3A4E"/>
    <a:srgbClr val="C1E5F5"/>
    <a:srgbClr val="B975AF"/>
    <a:srgbClr val="AB83A9"/>
    <a:srgbClr val="FC466B"/>
    <a:srgbClr val="DE626A"/>
    <a:srgbClr val="3F5EFB"/>
    <a:srgbClr val="733C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33B80-FF36-4497-978A-C163AA48183E}" v="1819" dt="2025-12-10T23:37:28.107"/>
    <p1510:client id="{8DC5CB51-9916-0758-CFEA-08909D7FED40}" v="1120" dt="2025-12-10T02:54:05.919"/>
    <p1510:client id="{BBEE17EB-CAAF-CDF6-A05A-F3758A16E5DE}" v="166" dt="2025-12-11T00:10:49.665"/>
    <p1510:client id="{D4AF35B6-BE01-4CD0-81A9-24DC3FCED581}" v="176" dt="2025-12-11T00:50:54.711"/>
    <p1510:client id="{D71ED638-FEBA-4AAB-B46F-DA1C11D0D890}" v="2041" dt="2025-12-11T00:50:46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re, Izzy" userId="S::cmoore12@luc.edu::ea218641-bf08-4cd3-8df8-119adb943259" providerId="AD" clId="Web-{BBEE17EB-CAAF-CDF6-A05A-F3758A16E5DE}"/>
    <pc:docChg chg="addSld delSld modSld modMainMaster">
      <pc:chgData name="Moore, Izzy" userId="S::cmoore12@luc.edu::ea218641-bf08-4cd3-8df8-119adb943259" providerId="AD" clId="Web-{BBEE17EB-CAAF-CDF6-A05A-F3758A16E5DE}" dt="2025-12-11T00:10:49.665" v="154"/>
      <pc:docMkLst>
        <pc:docMk/>
      </pc:docMkLst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1151954119" sldId="256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385387307" sldId="257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3883282150" sldId="258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3781520490" sldId="259"/>
        </pc:sldMkLst>
      </pc:sldChg>
      <pc:sldChg chg="modSp mod">
        <pc:chgData name="Moore, Izzy" userId="S::cmoore12@luc.edu::ea218641-bf08-4cd3-8df8-119adb943259" providerId="AD" clId="Web-{BBEE17EB-CAAF-CDF6-A05A-F3758A16E5DE}" dt="2025-12-10T08:16:59.201" v="9"/>
        <pc:sldMkLst>
          <pc:docMk/>
          <pc:sldMk cId="2459638987" sldId="260"/>
        </pc:sldMkLst>
        <pc:graphicFrameChg chg="mod modGraphic">
          <ac:chgData name="Moore, Izzy" userId="S::cmoore12@luc.edu::ea218641-bf08-4cd3-8df8-119adb943259" providerId="AD" clId="Web-{BBEE17EB-CAAF-CDF6-A05A-F3758A16E5DE}" dt="2025-12-10T08:16:59.201" v="9"/>
          <ac:graphicFrameMkLst>
            <pc:docMk/>
            <pc:sldMk cId="2459638987" sldId="260"/>
            <ac:graphicFrameMk id="4" creationId="{7D0A075E-DB82-32CF-0B00-6E5AA496DD34}"/>
          </ac:graphicFrameMkLst>
        </pc:graphicFrameChg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2362351439" sldId="261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549948314" sldId="262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3919974531" sldId="263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250723908" sldId="264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3443625887" sldId="265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4040739669" sldId="266"/>
        </pc:sldMkLst>
      </pc:sldChg>
      <pc:sldChg chg="mod">
        <pc:chgData name="Moore, Izzy" userId="S::cmoore12@luc.edu::ea218641-bf08-4cd3-8df8-119adb943259" providerId="AD" clId="Web-{BBEE17EB-CAAF-CDF6-A05A-F3758A16E5DE}" dt="2025-12-10T03:00:56.282" v="0"/>
        <pc:sldMkLst>
          <pc:docMk/>
          <pc:sldMk cId="435826731" sldId="267"/>
        </pc:sldMkLst>
      </pc:sldChg>
      <pc:sldChg chg="mod setBg">
        <pc:chgData name="Moore, Izzy" userId="S::cmoore12@luc.edu::ea218641-bf08-4cd3-8df8-119adb943259" providerId="AD" clId="Web-{BBEE17EB-CAAF-CDF6-A05A-F3758A16E5DE}" dt="2025-12-10T03:04:17.875" v="1"/>
        <pc:sldMkLst>
          <pc:docMk/>
          <pc:sldMk cId="2543569912" sldId="268"/>
        </pc:sldMkLst>
      </pc:sldChg>
      <pc:sldChg chg="del">
        <pc:chgData name="Moore, Izzy" userId="S::cmoore12@luc.edu::ea218641-bf08-4cd3-8df8-119adb943259" providerId="AD" clId="Web-{BBEE17EB-CAAF-CDF6-A05A-F3758A16E5DE}" dt="2025-12-10T23:10:18.402" v="10"/>
        <pc:sldMkLst>
          <pc:docMk/>
          <pc:sldMk cId="2388478593" sldId="277"/>
        </pc:sldMkLst>
      </pc:sldChg>
      <pc:sldChg chg="del">
        <pc:chgData name="Moore, Izzy" userId="S::cmoore12@luc.edu::ea218641-bf08-4cd3-8df8-119adb943259" providerId="AD" clId="Web-{BBEE17EB-CAAF-CDF6-A05A-F3758A16E5DE}" dt="2025-12-10T23:10:26.324" v="11"/>
        <pc:sldMkLst>
          <pc:docMk/>
          <pc:sldMk cId="1497042374" sldId="279"/>
        </pc:sldMkLst>
      </pc:sldChg>
      <pc:sldChg chg="addSp delSp modSp new">
        <pc:chgData name="Moore, Izzy" userId="S::cmoore12@luc.edu::ea218641-bf08-4cd3-8df8-119adb943259" providerId="AD" clId="Web-{BBEE17EB-CAAF-CDF6-A05A-F3758A16E5DE}" dt="2025-12-11T00:10:49.665" v="154"/>
        <pc:sldMkLst>
          <pc:docMk/>
          <pc:sldMk cId="2004319689" sldId="282"/>
        </pc:sldMkLst>
        <pc:spChg chg="mod">
          <ac:chgData name="Moore, Izzy" userId="S::cmoore12@luc.edu::ea218641-bf08-4cd3-8df8-119adb943259" providerId="AD" clId="Web-{BBEE17EB-CAAF-CDF6-A05A-F3758A16E5DE}" dt="2025-12-11T00:08:17.133" v="58" actId="20577"/>
          <ac:spMkLst>
            <pc:docMk/>
            <pc:sldMk cId="2004319689" sldId="282"/>
            <ac:spMk id="2" creationId="{C70F7DFD-87C7-230D-9988-85B11D46CCFA}"/>
          </ac:spMkLst>
        </pc:spChg>
        <pc:spChg chg="del">
          <ac:chgData name="Moore, Izzy" userId="S::cmoore12@luc.edu::ea218641-bf08-4cd3-8df8-119adb943259" providerId="AD" clId="Web-{BBEE17EB-CAAF-CDF6-A05A-F3758A16E5DE}" dt="2025-12-11T00:09:22.493" v="65"/>
          <ac:spMkLst>
            <pc:docMk/>
            <pc:sldMk cId="2004319689" sldId="282"/>
            <ac:spMk id="3" creationId="{6FB47A7E-DD34-D806-7C47-C4065FEA689D}"/>
          </ac:spMkLst>
        </pc:spChg>
        <pc:spChg chg="add del">
          <ac:chgData name="Moore, Izzy" userId="S::cmoore12@luc.edu::ea218641-bf08-4cd3-8df8-119adb943259" providerId="AD" clId="Web-{BBEE17EB-CAAF-CDF6-A05A-F3758A16E5DE}" dt="2025-12-11T00:09:10.118" v="63"/>
          <ac:spMkLst>
            <pc:docMk/>
            <pc:sldMk cId="2004319689" sldId="282"/>
            <ac:spMk id="4" creationId="{55BED850-3F6F-B918-E913-BD4429565DE4}"/>
          </ac:spMkLst>
        </pc:spChg>
        <pc:spChg chg="del">
          <ac:chgData name="Moore, Izzy" userId="S::cmoore12@luc.edu::ea218641-bf08-4cd3-8df8-119adb943259" providerId="AD" clId="Web-{BBEE17EB-CAAF-CDF6-A05A-F3758A16E5DE}" dt="2025-12-11T00:08:31.539" v="59"/>
          <ac:spMkLst>
            <pc:docMk/>
            <pc:sldMk cId="2004319689" sldId="282"/>
            <ac:spMk id="5" creationId="{0AC49094-3674-5C3C-2F92-B1A7C9074EA2}"/>
          </ac:spMkLst>
        </pc:spChg>
        <pc:spChg chg="del">
          <ac:chgData name="Moore, Izzy" userId="S::cmoore12@luc.edu::ea218641-bf08-4cd3-8df8-119adb943259" providerId="AD" clId="Web-{BBEE17EB-CAAF-CDF6-A05A-F3758A16E5DE}" dt="2025-12-11T00:08:39.852" v="60"/>
          <ac:spMkLst>
            <pc:docMk/>
            <pc:sldMk cId="2004319689" sldId="282"/>
            <ac:spMk id="6" creationId="{7B1BC583-4C79-E510-D9D2-9617A6FD49D6}"/>
          </ac:spMkLst>
        </pc:spChg>
        <pc:spChg chg="add mod">
          <ac:chgData name="Moore, Izzy" userId="S::cmoore12@luc.edu::ea218641-bf08-4cd3-8df8-119adb943259" providerId="AD" clId="Web-{BBEE17EB-CAAF-CDF6-A05A-F3758A16E5DE}" dt="2025-12-11T00:10:49.665" v="154"/>
          <ac:spMkLst>
            <pc:docMk/>
            <pc:sldMk cId="2004319689" sldId="282"/>
            <ac:spMk id="13" creationId="{02DED4B2-DBD9-C549-C66B-5985E7C803C0}"/>
          </ac:spMkLst>
        </pc:spChg>
        <pc:graphicFrameChg chg="add del mod ord modGraphic">
          <ac:chgData name="Moore, Izzy" userId="S::cmoore12@luc.edu::ea218641-bf08-4cd3-8df8-119adb943259" providerId="AD" clId="Web-{BBEE17EB-CAAF-CDF6-A05A-F3758A16E5DE}" dt="2025-12-11T00:09:04.993" v="62"/>
          <ac:graphicFrameMkLst>
            <pc:docMk/>
            <pc:sldMk cId="2004319689" sldId="282"/>
            <ac:graphicFrameMk id="9" creationId="{4E73F602-269A-B472-294D-A2E9CB0327E8}"/>
          </ac:graphicFrameMkLst>
        </pc:graphicFrameChg>
        <pc:graphicFrameChg chg="add del mod ord modGraphic">
          <ac:chgData name="Moore, Izzy" userId="S::cmoore12@luc.edu::ea218641-bf08-4cd3-8df8-119adb943259" providerId="AD" clId="Web-{BBEE17EB-CAAF-CDF6-A05A-F3758A16E5DE}" dt="2025-12-11T00:10:49.665" v="154"/>
          <ac:graphicFrameMkLst>
            <pc:docMk/>
            <pc:sldMk cId="2004319689" sldId="282"/>
            <ac:graphicFrameMk id="11" creationId="{B393CDEB-4593-92CC-14AB-446DB5AFC866}"/>
          </ac:graphicFrameMkLst>
        </pc:graphicFrameChg>
      </pc:sldChg>
      <pc:sldMasterChg chg="mod setBg modSldLayout">
        <pc:chgData name="Moore, Izzy" userId="S::cmoore12@luc.edu::ea218641-bf08-4cd3-8df8-119adb943259" providerId="AD" clId="Web-{BBEE17EB-CAAF-CDF6-A05A-F3758A16E5DE}" dt="2025-12-10T03:00:56.282" v="0"/>
        <pc:sldMasterMkLst>
          <pc:docMk/>
          <pc:sldMasterMk cId="1558786261" sldId="2147483648"/>
        </pc:sldMasterMkLst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3319123749" sldId="2147483649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671406502" sldId="2147483650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2803191013" sldId="2147483651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2542957610" sldId="2147483652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1751979927" sldId="2147483653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3941669002" sldId="2147483654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977575131" sldId="2147483655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2538904368" sldId="2147483656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3890600238" sldId="2147483657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1609066597" sldId="2147483658"/>
          </pc:sldLayoutMkLst>
        </pc:sldLayoutChg>
        <pc:sldLayoutChg chg="mod">
          <pc:chgData name="Moore, Izzy" userId="S::cmoore12@luc.edu::ea218641-bf08-4cd3-8df8-119adb943259" providerId="AD" clId="Web-{BBEE17EB-CAAF-CDF6-A05A-F3758A16E5DE}" dt="2025-12-10T03:00:56.282" v="0"/>
          <pc:sldLayoutMkLst>
            <pc:docMk/>
            <pc:sldMasterMk cId="1558786261" sldId="2147483648"/>
            <pc:sldLayoutMk cId="604548912" sldId="2147483659"/>
          </pc:sldLayoutMkLst>
        </pc:sldLayoutChg>
      </pc:sldMasterChg>
    </pc:docChg>
  </pc:docChgLst>
  <pc:docChgLst>
    <pc:chgData name="Saban, Michael" userId="74cb2b79-f8f3-466c-905c-ccfc18d9a6c5" providerId="ADAL" clId="{B38A15FF-EF9B-4FE3-8F68-E853A703C219}"/>
    <pc:docChg chg="undo custSel addSld delSld modSld sldOrd">
      <pc:chgData name="Saban, Michael" userId="74cb2b79-f8f3-466c-905c-ccfc18d9a6c5" providerId="ADAL" clId="{B38A15FF-EF9B-4FE3-8F68-E853A703C219}" dt="2025-12-10T23:37:25.910" v="4253" actId="27918"/>
      <pc:docMkLst>
        <pc:docMk/>
      </pc:docMkLst>
      <pc:sldChg chg="modSp new mod">
        <pc:chgData name="Saban, Michael" userId="74cb2b79-f8f3-466c-905c-ccfc18d9a6c5" providerId="ADAL" clId="{B38A15FF-EF9B-4FE3-8F68-E853A703C219}" dt="2025-12-09T22:29:29.670" v="133" actId="20577"/>
        <pc:sldMkLst>
          <pc:docMk/>
          <pc:sldMk cId="1151954119" sldId="256"/>
        </pc:sldMkLst>
        <pc:spChg chg="mod">
          <ac:chgData name="Saban, Michael" userId="74cb2b79-f8f3-466c-905c-ccfc18d9a6c5" providerId="ADAL" clId="{B38A15FF-EF9B-4FE3-8F68-E853A703C219}" dt="2025-12-09T22:29:14.577" v="115" actId="20577"/>
          <ac:spMkLst>
            <pc:docMk/>
            <pc:sldMk cId="1151954119" sldId="256"/>
            <ac:spMk id="2" creationId="{F0EBEEE1-7566-1A84-3265-D6944BE3970F}"/>
          </ac:spMkLst>
        </pc:spChg>
        <pc:spChg chg="mod">
          <ac:chgData name="Saban, Michael" userId="74cb2b79-f8f3-466c-905c-ccfc18d9a6c5" providerId="ADAL" clId="{B38A15FF-EF9B-4FE3-8F68-E853A703C219}" dt="2025-12-09T22:29:29.670" v="133" actId="20577"/>
          <ac:spMkLst>
            <pc:docMk/>
            <pc:sldMk cId="1151954119" sldId="256"/>
            <ac:spMk id="3" creationId="{35B27B08-A425-795B-BC25-65A30F892168}"/>
          </ac:spMkLst>
        </pc:spChg>
      </pc:sldChg>
      <pc:sldChg chg="addSp modSp new mod">
        <pc:chgData name="Saban, Michael" userId="74cb2b79-f8f3-466c-905c-ccfc18d9a6c5" providerId="ADAL" clId="{B38A15FF-EF9B-4FE3-8F68-E853A703C219}" dt="2025-12-10T05:51:58.648" v="4188"/>
        <pc:sldMkLst>
          <pc:docMk/>
          <pc:sldMk cId="385387307" sldId="257"/>
        </pc:sldMkLst>
        <pc:spChg chg="mod">
          <ac:chgData name="Saban, Michael" userId="74cb2b79-f8f3-466c-905c-ccfc18d9a6c5" providerId="ADAL" clId="{B38A15FF-EF9B-4FE3-8F68-E853A703C219}" dt="2025-12-09T22:29:43.598" v="155" actId="20577"/>
          <ac:spMkLst>
            <pc:docMk/>
            <pc:sldMk cId="385387307" sldId="257"/>
            <ac:spMk id="2" creationId="{ABB5525D-A45F-0122-4F4D-B20DAA71E224}"/>
          </ac:spMkLst>
        </pc:spChg>
        <pc:spChg chg="mod">
          <ac:chgData name="Saban, Michael" userId="74cb2b79-f8f3-466c-905c-ccfc18d9a6c5" providerId="ADAL" clId="{B38A15FF-EF9B-4FE3-8F68-E853A703C219}" dt="2025-12-10T00:34:39.557" v="2575" actId="20577"/>
          <ac:spMkLst>
            <pc:docMk/>
            <pc:sldMk cId="385387307" sldId="257"/>
            <ac:spMk id="3" creationId="{FB5CA7C6-BC38-5300-D0C3-704ABB3A6A61}"/>
          </ac:spMkLst>
        </pc:spChg>
        <pc:spChg chg="add mod">
          <ac:chgData name="Saban, Michael" userId="74cb2b79-f8f3-466c-905c-ccfc18d9a6c5" providerId="ADAL" clId="{B38A15FF-EF9B-4FE3-8F68-E853A703C219}" dt="2025-12-10T05:51:58.648" v="4188"/>
          <ac:spMkLst>
            <pc:docMk/>
            <pc:sldMk cId="385387307" sldId="257"/>
            <ac:spMk id="6" creationId="{EB749703-49F5-A406-BF10-A0E62DF519FC}"/>
          </ac:spMkLst>
        </pc:spChg>
        <pc:picChg chg="add mod">
          <ac:chgData name="Saban, Michael" userId="74cb2b79-f8f3-466c-905c-ccfc18d9a6c5" providerId="ADAL" clId="{B38A15FF-EF9B-4FE3-8F68-E853A703C219}" dt="2025-12-09T23:41:51.839" v="2528" actId="14100"/>
          <ac:picMkLst>
            <pc:docMk/>
            <pc:sldMk cId="385387307" sldId="257"/>
            <ac:picMk id="5" creationId="{12EE9DE7-86B2-59F1-E546-E14E3444B0A6}"/>
          </ac:picMkLst>
        </pc:picChg>
      </pc:sldChg>
      <pc:sldChg chg="addSp modSp new mod modAnim">
        <pc:chgData name="Saban, Michael" userId="74cb2b79-f8f3-466c-905c-ccfc18d9a6c5" providerId="ADAL" clId="{B38A15FF-EF9B-4FE3-8F68-E853A703C219}" dt="2025-12-10T05:51:54.701" v="4187" actId="14100"/>
        <pc:sldMkLst>
          <pc:docMk/>
          <pc:sldMk cId="3883282150" sldId="258"/>
        </pc:sldMkLst>
        <pc:spChg chg="mod">
          <ac:chgData name="Saban, Michael" userId="74cb2b79-f8f3-466c-905c-ccfc18d9a6c5" providerId="ADAL" clId="{B38A15FF-EF9B-4FE3-8F68-E853A703C219}" dt="2025-12-09T22:31:48.763" v="406" actId="20577"/>
          <ac:spMkLst>
            <pc:docMk/>
            <pc:sldMk cId="3883282150" sldId="258"/>
            <ac:spMk id="2" creationId="{52CFA8DA-B11E-A550-E6B2-9BD7A7C31DED}"/>
          </ac:spMkLst>
        </pc:spChg>
        <pc:spChg chg="mod">
          <ac:chgData name="Saban, Michael" userId="74cb2b79-f8f3-466c-905c-ccfc18d9a6c5" providerId="ADAL" clId="{B38A15FF-EF9B-4FE3-8F68-E853A703C219}" dt="2025-12-10T00:35:05.117" v="2577" actId="27636"/>
          <ac:spMkLst>
            <pc:docMk/>
            <pc:sldMk cId="3883282150" sldId="258"/>
            <ac:spMk id="3" creationId="{A8919F95-906F-2EC0-8AEB-34CDB90FEC6E}"/>
          </ac:spMkLst>
        </pc:spChg>
        <pc:spChg chg="add mod">
          <ac:chgData name="Saban, Michael" userId="74cb2b79-f8f3-466c-905c-ccfc18d9a6c5" providerId="ADAL" clId="{B38A15FF-EF9B-4FE3-8F68-E853A703C219}" dt="2025-12-10T05:51:54.701" v="4187" actId="14100"/>
          <ac:spMkLst>
            <pc:docMk/>
            <pc:sldMk cId="3883282150" sldId="258"/>
            <ac:spMk id="5" creationId="{D647DF17-DEA0-DF92-6BCE-F73760B3E6D3}"/>
          </ac:spMkLst>
        </pc:spChg>
        <pc:picChg chg="add mod">
          <ac:chgData name="Saban, Michael" userId="74cb2b79-f8f3-466c-905c-ccfc18d9a6c5" providerId="ADAL" clId="{B38A15FF-EF9B-4FE3-8F68-E853A703C219}" dt="2025-12-10T03:18:12.994" v="3040" actId="1076"/>
          <ac:picMkLst>
            <pc:docMk/>
            <pc:sldMk cId="3883282150" sldId="258"/>
            <ac:picMk id="4" creationId="{E1B4E2BC-B748-B392-F061-5C276046B42F}"/>
          </ac:picMkLst>
        </pc:picChg>
      </pc:sldChg>
      <pc:sldChg chg="addSp modSp new del mod">
        <pc:chgData name="Saban, Michael" userId="74cb2b79-f8f3-466c-905c-ccfc18d9a6c5" providerId="ADAL" clId="{B38A15FF-EF9B-4FE3-8F68-E853A703C219}" dt="2025-12-10T05:10:14.888" v="3259" actId="2696"/>
        <pc:sldMkLst>
          <pc:docMk/>
          <pc:sldMk cId="3781520490" sldId="259"/>
        </pc:sldMkLst>
        <pc:spChg chg="mod">
          <ac:chgData name="Saban, Michael" userId="74cb2b79-f8f3-466c-905c-ccfc18d9a6c5" providerId="ADAL" clId="{B38A15FF-EF9B-4FE3-8F68-E853A703C219}" dt="2025-12-10T05:09:39.885" v="3255" actId="20577"/>
          <ac:spMkLst>
            <pc:docMk/>
            <pc:sldMk cId="3781520490" sldId="259"/>
            <ac:spMk id="3" creationId="{31737045-4F6B-C970-BE40-416230C776CB}"/>
          </ac:spMkLst>
        </pc:spChg>
        <pc:graphicFrameChg chg="add mod modGraphic">
          <ac:chgData name="Saban, Michael" userId="74cb2b79-f8f3-466c-905c-ccfc18d9a6c5" providerId="ADAL" clId="{B38A15FF-EF9B-4FE3-8F68-E853A703C219}" dt="2025-12-10T05:10:00.767" v="3256" actId="21"/>
          <ac:graphicFrameMkLst>
            <pc:docMk/>
            <pc:sldMk cId="3781520490" sldId="259"/>
            <ac:graphicFrameMk id="4" creationId="{BC0E5402-37E3-A458-56F4-11D7F9B4CBA3}"/>
          </ac:graphicFrameMkLst>
        </pc:graphicFrameChg>
      </pc:sldChg>
      <pc:sldChg chg="addSp modSp new mod">
        <pc:chgData name="Saban, Michael" userId="74cb2b79-f8f3-466c-905c-ccfc18d9a6c5" providerId="ADAL" clId="{B38A15FF-EF9B-4FE3-8F68-E853A703C219}" dt="2025-12-10T05:21:45.365" v="3499" actId="20577"/>
        <pc:sldMkLst>
          <pc:docMk/>
          <pc:sldMk cId="2459638987" sldId="260"/>
        </pc:sldMkLst>
        <pc:spChg chg="mod">
          <ac:chgData name="Saban, Michael" userId="74cb2b79-f8f3-466c-905c-ccfc18d9a6c5" providerId="ADAL" clId="{B38A15FF-EF9B-4FE3-8F68-E853A703C219}" dt="2025-12-09T22:37:34.764" v="1254" actId="20577"/>
          <ac:spMkLst>
            <pc:docMk/>
            <pc:sldMk cId="2459638987" sldId="260"/>
            <ac:spMk id="2" creationId="{E828C556-A34A-3F27-F15C-05D42907A8E1}"/>
          </ac:spMkLst>
        </pc:spChg>
        <pc:spChg chg="mod">
          <ac:chgData name="Saban, Michael" userId="74cb2b79-f8f3-466c-905c-ccfc18d9a6c5" providerId="ADAL" clId="{B38A15FF-EF9B-4FE3-8F68-E853A703C219}" dt="2025-12-10T05:10:30.973" v="3264" actId="20577"/>
          <ac:spMkLst>
            <pc:docMk/>
            <pc:sldMk cId="2459638987" sldId="260"/>
            <ac:spMk id="3" creationId="{928DBFD0-0AFD-C9A2-C46A-58583A5B0CC7}"/>
          </ac:spMkLst>
        </pc:spChg>
        <pc:graphicFrameChg chg="add mod modGraphic">
          <ac:chgData name="Saban, Michael" userId="74cb2b79-f8f3-466c-905c-ccfc18d9a6c5" providerId="ADAL" clId="{B38A15FF-EF9B-4FE3-8F68-E853A703C219}" dt="2025-12-10T05:21:45.365" v="3499" actId="20577"/>
          <ac:graphicFrameMkLst>
            <pc:docMk/>
            <pc:sldMk cId="2459638987" sldId="260"/>
            <ac:graphicFrameMk id="4" creationId="{7D0A075E-DB82-32CF-0B00-6E5AA496DD34}"/>
          </ac:graphicFrameMkLst>
        </pc:graphicFrameChg>
      </pc:sldChg>
      <pc:sldChg chg="addSp delSp modSp new mod">
        <pc:chgData name="Saban, Michael" userId="74cb2b79-f8f3-466c-905c-ccfc18d9a6c5" providerId="ADAL" clId="{B38A15FF-EF9B-4FE3-8F68-E853A703C219}" dt="2025-12-10T23:19:13.489" v="4229" actId="1076"/>
        <pc:sldMkLst>
          <pc:docMk/>
          <pc:sldMk cId="2362351439" sldId="261"/>
        </pc:sldMkLst>
        <pc:spChg chg="mod">
          <ac:chgData name="Saban, Michael" userId="74cb2b79-f8f3-466c-905c-ccfc18d9a6c5" providerId="ADAL" clId="{B38A15FF-EF9B-4FE3-8F68-E853A703C219}" dt="2025-12-09T22:36:28.296" v="1066" actId="20577"/>
          <ac:spMkLst>
            <pc:docMk/>
            <pc:sldMk cId="2362351439" sldId="261"/>
            <ac:spMk id="2" creationId="{21AAD625-E78F-23D1-B2CC-718ECAE39A83}"/>
          </ac:spMkLst>
        </pc:spChg>
        <pc:spChg chg="del mod">
          <ac:chgData name="Saban, Michael" userId="74cb2b79-f8f3-466c-905c-ccfc18d9a6c5" providerId="ADAL" clId="{B38A15FF-EF9B-4FE3-8F68-E853A703C219}" dt="2025-12-10T03:20:27.375" v="3043" actId="931"/>
          <ac:spMkLst>
            <pc:docMk/>
            <pc:sldMk cId="2362351439" sldId="261"/>
            <ac:spMk id="3" creationId="{C6C633CF-B39C-6780-7D27-D42AE89798B9}"/>
          </ac:spMkLst>
        </pc:spChg>
        <pc:spChg chg="add del mod">
          <ac:chgData name="Saban, Michael" userId="74cb2b79-f8f3-466c-905c-ccfc18d9a6c5" providerId="ADAL" clId="{B38A15FF-EF9B-4FE3-8F68-E853A703C219}" dt="2025-12-10T23:17:31.765" v="4210" actId="478"/>
          <ac:spMkLst>
            <pc:docMk/>
            <pc:sldMk cId="2362351439" sldId="261"/>
            <ac:spMk id="4" creationId="{B3561580-AE23-44FF-A870-E257EF989265}"/>
          </ac:spMkLst>
        </pc:spChg>
        <pc:spChg chg="add mod">
          <ac:chgData name="Saban, Michael" userId="74cb2b79-f8f3-466c-905c-ccfc18d9a6c5" providerId="ADAL" clId="{B38A15FF-EF9B-4FE3-8F68-E853A703C219}" dt="2025-12-10T05:00:23.958" v="3075" actId="113"/>
          <ac:spMkLst>
            <pc:docMk/>
            <pc:sldMk cId="2362351439" sldId="261"/>
            <ac:spMk id="10" creationId="{E3664D43-413A-EE7A-A260-FC6C9745A00B}"/>
          </ac:spMkLst>
        </pc:spChg>
        <pc:spChg chg="add mod">
          <ac:chgData name="Saban, Michael" userId="74cb2b79-f8f3-466c-905c-ccfc18d9a6c5" providerId="ADAL" clId="{B38A15FF-EF9B-4FE3-8F68-E853A703C219}" dt="2025-12-10T05:00:25.664" v="3076" actId="113"/>
          <ac:spMkLst>
            <pc:docMk/>
            <pc:sldMk cId="2362351439" sldId="261"/>
            <ac:spMk id="11" creationId="{C43AEA5D-FEE0-5486-F5C9-42EB9DB9DEF0}"/>
          </ac:spMkLst>
        </pc:spChg>
        <pc:spChg chg="add mod">
          <ac:chgData name="Saban, Michael" userId="74cb2b79-f8f3-466c-905c-ccfc18d9a6c5" providerId="ADAL" clId="{B38A15FF-EF9B-4FE3-8F68-E853A703C219}" dt="2025-12-10T05:00:27.482" v="3077" actId="113"/>
          <ac:spMkLst>
            <pc:docMk/>
            <pc:sldMk cId="2362351439" sldId="261"/>
            <ac:spMk id="12" creationId="{204634A5-03CA-FEEC-EA0C-E7C62CE8F102}"/>
          </ac:spMkLst>
        </pc:spChg>
        <pc:graphicFrameChg chg="add mod">
          <ac:chgData name="Saban, Michael" userId="74cb2b79-f8f3-466c-905c-ccfc18d9a6c5" providerId="ADAL" clId="{B38A15FF-EF9B-4FE3-8F68-E853A703C219}" dt="2025-12-10T23:19:13.489" v="4229" actId="1076"/>
          <ac:graphicFrameMkLst>
            <pc:docMk/>
            <pc:sldMk cId="2362351439" sldId="261"/>
            <ac:graphicFrameMk id="8" creationId="{313872AB-83C1-77D5-45DB-0C21C2C6924A}"/>
          </ac:graphicFrameMkLst>
        </pc:graphicFrameChg>
        <pc:picChg chg="add mod">
          <ac:chgData name="Saban, Michael" userId="74cb2b79-f8f3-466c-905c-ccfc18d9a6c5" providerId="ADAL" clId="{B38A15FF-EF9B-4FE3-8F68-E853A703C219}" dt="2025-12-10T05:00:04.742" v="3073" actId="1076"/>
          <ac:picMkLst>
            <pc:docMk/>
            <pc:sldMk cId="2362351439" sldId="261"/>
            <ac:picMk id="5" creationId="{FEAC7148-797E-393E-F6F8-D3E018DAA634}"/>
          </ac:picMkLst>
        </pc:picChg>
        <pc:picChg chg="add mod">
          <ac:chgData name="Saban, Michael" userId="74cb2b79-f8f3-466c-905c-ccfc18d9a6c5" providerId="ADAL" clId="{B38A15FF-EF9B-4FE3-8F68-E853A703C219}" dt="2025-12-10T05:00:17.802" v="3074" actId="1076"/>
          <ac:picMkLst>
            <pc:docMk/>
            <pc:sldMk cId="2362351439" sldId="261"/>
            <ac:picMk id="7" creationId="{F3E909DB-AF87-E3A5-B83E-866BEECC7780}"/>
          </ac:picMkLst>
        </pc:picChg>
        <pc:picChg chg="add mod">
          <ac:chgData name="Saban, Michael" userId="74cb2b79-f8f3-466c-905c-ccfc18d9a6c5" providerId="ADAL" clId="{B38A15FF-EF9B-4FE3-8F68-E853A703C219}" dt="2025-12-10T04:59:48.727" v="3071" actId="1076"/>
          <ac:picMkLst>
            <pc:docMk/>
            <pc:sldMk cId="2362351439" sldId="261"/>
            <ac:picMk id="9" creationId="{C4AF4031-193A-0994-2093-861348110003}"/>
          </ac:picMkLst>
        </pc:picChg>
        <pc:picChg chg="add del mod">
          <ac:chgData name="Saban, Michael" userId="74cb2b79-f8f3-466c-905c-ccfc18d9a6c5" providerId="ADAL" clId="{B38A15FF-EF9B-4FE3-8F68-E853A703C219}" dt="2025-12-10T23:17:29.587" v="4209" actId="478"/>
          <ac:picMkLst>
            <pc:docMk/>
            <pc:sldMk cId="2362351439" sldId="261"/>
            <ac:picMk id="14" creationId="{77029545-B21B-F3D3-B9C5-AD4C424E1275}"/>
          </ac:picMkLst>
        </pc:picChg>
        <pc:picChg chg="add del mod">
          <ac:chgData name="Saban, Michael" userId="74cb2b79-f8f3-466c-905c-ccfc18d9a6c5" providerId="ADAL" clId="{B38A15FF-EF9B-4FE3-8F68-E853A703C219}" dt="2025-12-10T23:17:33.390" v="4212" actId="478"/>
          <ac:picMkLst>
            <pc:docMk/>
            <pc:sldMk cId="2362351439" sldId="261"/>
            <ac:picMk id="16" creationId="{4C76C18B-CA9C-CA88-1FB7-F32033C5F329}"/>
          </ac:picMkLst>
        </pc:picChg>
        <pc:picChg chg="add del mod">
          <ac:chgData name="Saban, Michael" userId="74cb2b79-f8f3-466c-905c-ccfc18d9a6c5" providerId="ADAL" clId="{B38A15FF-EF9B-4FE3-8F68-E853A703C219}" dt="2025-12-10T23:17:32.648" v="4211" actId="478"/>
          <ac:picMkLst>
            <pc:docMk/>
            <pc:sldMk cId="2362351439" sldId="261"/>
            <ac:picMk id="18" creationId="{C4F1ABD9-1418-9015-683E-988667EFF28D}"/>
          </ac:picMkLst>
        </pc:picChg>
      </pc:sldChg>
      <pc:sldChg chg="addSp modSp new mod modAnim">
        <pc:chgData name="Saban, Michael" userId="74cb2b79-f8f3-466c-905c-ccfc18d9a6c5" providerId="ADAL" clId="{B38A15FF-EF9B-4FE3-8F68-E853A703C219}" dt="2025-12-10T00:26:24.636" v="2562"/>
        <pc:sldMkLst>
          <pc:docMk/>
          <pc:sldMk cId="549948314" sldId="262"/>
        </pc:sldMkLst>
        <pc:spChg chg="mod">
          <ac:chgData name="Saban, Michael" userId="74cb2b79-f8f3-466c-905c-ccfc18d9a6c5" providerId="ADAL" clId="{B38A15FF-EF9B-4FE3-8F68-E853A703C219}" dt="2025-12-10T00:24:14.691" v="2537" actId="27636"/>
          <ac:spMkLst>
            <pc:docMk/>
            <pc:sldMk cId="549948314" sldId="262"/>
            <ac:spMk id="3" creationId="{662DAF4D-C230-F80D-E37F-72CFA88771A8}"/>
          </ac:spMkLst>
        </pc:spChg>
        <pc:picChg chg="add mod">
          <ac:chgData name="Saban, Michael" userId="74cb2b79-f8f3-466c-905c-ccfc18d9a6c5" providerId="ADAL" clId="{B38A15FF-EF9B-4FE3-8F68-E853A703C219}" dt="2025-12-10T00:24:08.461" v="2535" actId="14100"/>
          <ac:picMkLst>
            <pc:docMk/>
            <pc:sldMk cId="549948314" sldId="262"/>
            <ac:picMk id="5" creationId="{56BB7619-2D27-32CF-7692-32103BB60B00}"/>
          </ac:picMkLst>
        </pc:picChg>
        <pc:picChg chg="add mod">
          <ac:chgData name="Saban, Michael" userId="74cb2b79-f8f3-466c-905c-ccfc18d9a6c5" providerId="ADAL" clId="{B38A15FF-EF9B-4FE3-8F68-E853A703C219}" dt="2025-12-10T00:24:40.945" v="2542" actId="14100"/>
          <ac:picMkLst>
            <pc:docMk/>
            <pc:sldMk cId="549948314" sldId="262"/>
            <ac:picMk id="7" creationId="{297A7F9E-66C1-D476-7418-D73320003047}"/>
          </ac:picMkLst>
        </pc:picChg>
        <pc:picChg chg="add mod">
          <ac:chgData name="Saban, Michael" userId="74cb2b79-f8f3-466c-905c-ccfc18d9a6c5" providerId="ADAL" clId="{B38A15FF-EF9B-4FE3-8F68-E853A703C219}" dt="2025-12-10T00:25:26.828" v="2548" actId="14100"/>
          <ac:picMkLst>
            <pc:docMk/>
            <pc:sldMk cId="549948314" sldId="262"/>
            <ac:picMk id="9" creationId="{FEBE33FA-DA5A-2573-ECE4-8739B6201C49}"/>
          </ac:picMkLst>
        </pc:picChg>
        <pc:picChg chg="add mod">
          <ac:chgData name="Saban, Michael" userId="74cb2b79-f8f3-466c-905c-ccfc18d9a6c5" providerId="ADAL" clId="{B38A15FF-EF9B-4FE3-8F68-E853A703C219}" dt="2025-12-10T00:25:50.835" v="2555" actId="14100"/>
          <ac:picMkLst>
            <pc:docMk/>
            <pc:sldMk cId="549948314" sldId="262"/>
            <ac:picMk id="11" creationId="{1E13C3FE-60A1-06F3-6CC6-AE615CCA917C}"/>
          </ac:picMkLst>
        </pc:picChg>
        <pc:picChg chg="add mod">
          <ac:chgData name="Saban, Michael" userId="74cb2b79-f8f3-466c-905c-ccfc18d9a6c5" providerId="ADAL" clId="{B38A15FF-EF9B-4FE3-8F68-E853A703C219}" dt="2025-12-10T00:26:20.382" v="2561" actId="14100"/>
          <ac:picMkLst>
            <pc:docMk/>
            <pc:sldMk cId="549948314" sldId="262"/>
            <ac:picMk id="13" creationId="{C6983895-02B3-B46A-8426-88DFCA02428F}"/>
          </ac:picMkLst>
        </pc:picChg>
      </pc:sldChg>
      <pc:sldChg chg="modSp new mod">
        <pc:chgData name="Saban, Michael" userId="74cb2b79-f8f3-466c-905c-ccfc18d9a6c5" providerId="ADAL" clId="{B38A15FF-EF9B-4FE3-8F68-E853A703C219}" dt="2025-12-09T22:41:31.645" v="1692" actId="20577"/>
        <pc:sldMkLst>
          <pc:docMk/>
          <pc:sldMk cId="3919974531" sldId="263"/>
        </pc:sldMkLst>
        <pc:spChg chg="mod">
          <ac:chgData name="Saban, Michael" userId="74cb2b79-f8f3-466c-905c-ccfc18d9a6c5" providerId="ADAL" clId="{B38A15FF-EF9B-4FE3-8F68-E853A703C219}" dt="2025-12-09T22:41:09.772" v="1650" actId="20577"/>
          <ac:spMkLst>
            <pc:docMk/>
            <pc:sldMk cId="3919974531" sldId="263"/>
            <ac:spMk id="2" creationId="{A6EE5102-7BED-E66A-7F27-1B6F5DE87722}"/>
          </ac:spMkLst>
        </pc:spChg>
        <pc:spChg chg="mod">
          <ac:chgData name="Saban, Michael" userId="74cb2b79-f8f3-466c-905c-ccfc18d9a6c5" providerId="ADAL" clId="{B38A15FF-EF9B-4FE3-8F68-E853A703C219}" dt="2025-12-09T22:41:31.645" v="1692" actId="20577"/>
          <ac:spMkLst>
            <pc:docMk/>
            <pc:sldMk cId="3919974531" sldId="263"/>
            <ac:spMk id="3" creationId="{8125D419-6E88-EB07-381D-885D2EF4547F}"/>
          </ac:spMkLst>
        </pc:spChg>
      </pc:sldChg>
      <pc:sldChg chg="addSp delSp modSp new mod">
        <pc:chgData name="Saban, Michael" userId="74cb2b79-f8f3-466c-905c-ccfc18d9a6c5" providerId="ADAL" clId="{B38A15FF-EF9B-4FE3-8F68-E853A703C219}" dt="2025-12-10T23:12:10.219" v="4208" actId="13822"/>
        <pc:sldMkLst>
          <pc:docMk/>
          <pc:sldMk cId="250723908" sldId="264"/>
        </pc:sldMkLst>
        <pc:spChg chg="mod">
          <ac:chgData name="Saban, Michael" userId="74cb2b79-f8f3-466c-905c-ccfc18d9a6c5" providerId="ADAL" clId="{B38A15FF-EF9B-4FE3-8F68-E853A703C219}" dt="2025-12-09T22:41:48.703" v="1716" actId="20577"/>
          <ac:spMkLst>
            <pc:docMk/>
            <pc:sldMk cId="250723908" sldId="264"/>
            <ac:spMk id="2" creationId="{87A3AA7B-FFE7-B9D0-C320-5625E9F4B367}"/>
          </ac:spMkLst>
        </pc:spChg>
        <pc:spChg chg="del mod">
          <ac:chgData name="Saban, Michael" userId="74cb2b79-f8f3-466c-905c-ccfc18d9a6c5" providerId="ADAL" clId="{B38A15FF-EF9B-4FE3-8F68-E853A703C219}" dt="2025-12-10T05:44:50.058" v="4141" actId="478"/>
          <ac:spMkLst>
            <pc:docMk/>
            <pc:sldMk cId="250723908" sldId="264"/>
            <ac:spMk id="3" creationId="{0AA93B11-9683-C34E-BF39-B415A7744C2B}"/>
          </ac:spMkLst>
        </pc:spChg>
        <pc:spChg chg="add mod">
          <ac:chgData name="Saban, Michael" userId="74cb2b79-f8f3-466c-905c-ccfc18d9a6c5" providerId="ADAL" clId="{B38A15FF-EF9B-4FE3-8F68-E853A703C219}" dt="2025-12-10T05:46:57.165" v="4166" actId="122"/>
          <ac:spMkLst>
            <pc:docMk/>
            <pc:sldMk cId="250723908" sldId="264"/>
            <ac:spMk id="5" creationId="{26A950A4-C48E-3687-1FEA-8D203FE9E988}"/>
          </ac:spMkLst>
        </pc:spChg>
        <pc:spChg chg="add mod">
          <ac:chgData name="Saban, Michael" userId="74cb2b79-f8f3-466c-905c-ccfc18d9a6c5" providerId="ADAL" clId="{B38A15FF-EF9B-4FE3-8F68-E853A703C219}" dt="2025-12-10T05:47:21.127" v="4170" actId="1076"/>
          <ac:spMkLst>
            <pc:docMk/>
            <pc:sldMk cId="250723908" sldId="264"/>
            <ac:spMk id="6" creationId="{A47D6813-D53F-074C-8F65-8B588F285DA6}"/>
          </ac:spMkLst>
        </pc:spChg>
        <pc:spChg chg="add del mod">
          <ac:chgData name="Saban, Michael" userId="74cb2b79-f8f3-466c-905c-ccfc18d9a6c5" providerId="ADAL" clId="{B38A15FF-EF9B-4FE3-8F68-E853A703C219}" dt="2025-12-10T05:32:43.225" v="3857" actId="11529"/>
          <ac:spMkLst>
            <pc:docMk/>
            <pc:sldMk cId="250723908" sldId="264"/>
            <ac:spMk id="7" creationId="{605FC3B4-912E-FDFA-9AB4-0D89FCCDDF91}"/>
          </ac:spMkLst>
        </pc:spChg>
        <pc:spChg chg="add del mod">
          <ac:chgData name="Saban, Michael" userId="74cb2b79-f8f3-466c-905c-ccfc18d9a6c5" providerId="ADAL" clId="{B38A15FF-EF9B-4FE3-8F68-E853A703C219}" dt="2025-12-10T05:34:23.093" v="3873" actId="11529"/>
          <ac:spMkLst>
            <pc:docMk/>
            <pc:sldMk cId="250723908" sldId="264"/>
            <ac:spMk id="8" creationId="{8398DEF1-2076-B21B-AF0B-E32E17BACF1E}"/>
          </ac:spMkLst>
        </pc:spChg>
        <pc:spChg chg="add mod">
          <ac:chgData name="Saban, Michael" userId="74cb2b79-f8f3-466c-905c-ccfc18d9a6c5" providerId="ADAL" clId="{B38A15FF-EF9B-4FE3-8F68-E853A703C219}" dt="2025-12-10T23:12:08.089" v="4207" actId="13822"/>
          <ac:spMkLst>
            <pc:docMk/>
            <pc:sldMk cId="250723908" sldId="264"/>
            <ac:spMk id="13" creationId="{88F434DD-CC05-354D-171F-33E8E136C315}"/>
          </ac:spMkLst>
        </pc:spChg>
        <pc:spChg chg="add mod">
          <ac:chgData name="Saban, Michael" userId="74cb2b79-f8f3-466c-905c-ccfc18d9a6c5" providerId="ADAL" clId="{B38A15FF-EF9B-4FE3-8F68-E853A703C219}" dt="2025-12-10T23:12:10.219" v="4208" actId="13822"/>
          <ac:spMkLst>
            <pc:docMk/>
            <pc:sldMk cId="250723908" sldId="264"/>
            <ac:spMk id="14" creationId="{E79404C3-A151-21D7-A36B-59CC49B44314}"/>
          </ac:spMkLst>
        </pc:spChg>
        <pc:graphicFrameChg chg="add mod modGraphic">
          <ac:chgData name="Saban, Michael" userId="74cb2b79-f8f3-466c-905c-ccfc18d9a6c5" providerId="ADAL" clId="{B38A15FF-EF9B-4FE3-8F68-E853A703C219}" dt="2025-12-10T23:12:00.027" v="4206" actId="12385"/>
          <ac:graphicFrameMkLst>
            <pc:docMk/>
            <pc:sldMk cId="250723908" sldId="264"/>
            <ac:graphicFrameMk id="4" creationId="{34A197A0-419A-4356-9306-047DA3C1D2D2}"/>
          </ac:graphicFrameMkLst>
        </pc:graphicFrameChg>
        <pc:cxnChg chg="add del mod">
          <ac:chgData name="Saban, Michael" userId="74cb2b79-f8f3-466c-905c-ccfc18d9a6c5" providerId="ADAL" clId="{B38A15FF-EF9B-4FE3-8F68-E853A703C219}" dt="2025-12-10T05:45:26.579" v="4148" actId="478"/>
          <ac:cxnSpMkLst>
            <pc:docMk/>
            <pc:sldMk cId="250723908" sldId="264"/>
            <ac:cxnSpMk id="10" creationId="{A10DC66C-72EA-9D47-6881-587789759309}"/>
          </ac:cxnSpMkLst>
        </pc:cxnChg>
      </pc:sldChg>
      <pc:sldChg chg="modSp new mod">
        <pc:chgData name="Saban, Michael" userId="74cb2b79-f8f3-466c-905c-ccfc18d9a6c5" providerId="ADAL" clId="{B38A15FF-EF9B-4FE3-8F68-E853A703C219}" dt="2025-12-10T06:02:14.808" v="4205" actId="20577"/>
        <pc:sldMkLst>
          <pc:docMk/>
          <pc:sldMk cId="3443625887" sldId="265"/>
        </pc:sldMkLst>
        <pc:spChg chg="mod">
          <ac:chgData name="Saban, Michael" userId="74cb2b79-f8f3-466c-905c-ccfc18d9a6c5" providerId="ADAL" clId="{B38A15FF-EF9B-4FE3-8F68-E853A703C219}" dt="2025-12-10T06:02:14.808" v="4205" actId="20577"/>
          <ac:spMkLst>
            <pc:docMk/>
            <pc:sldMk cId="3443625887" sldId="265"/>
            <ac:spMk id="2" creationId="{50145B0F-BD2F-7339-0624-4EDF78DE845F}"/>
          </ac:spMkLst>
        </pc:spChg>
        <pc:spChg chg="mod">
          <ac:chgData name="Saban, Michael" userId="74cb2b79-f8f3-466c-905c-ccfc18d9a6c5" providerId="ADAL" clId="{B38A15FF-EF9B-4FE3-8F68-E853A703C219}" dt="2025-12-09T22:44:17.794" v="1999" actId="5793"/>
          <ac:spMkLst>
            <pc:docMk/>
            <pc:sldMk cId="3443625887" sldId="265"/>
            <ac:spMk id="3" creationId="{B85E6C15-2F93-EE55-95F2-7E895287D299}"/>
          </ac:spMkLst>
        </pc:spChg>
      </pc:sldChg>
      <pc:sldChg chg="delSp modSp new mod">
        <pc:chgData name="Saban, Michael" userId="74cb2b79-f8f3-466c-905c-ccfc18d9a6c5" providerId="ADAL" clId="{B38A15FF-EF9B-4FE3-8F68-E853A703C219}" dt="2025-12-09T22:44:51.379" v="2026" actId="20577"/>
        <pc:sldMkLst>
          <pc:docMk/>
          <pc:sldMk cId="4040739669" sldId="266"/>
        </pc:sldMkLst>
        <pc:spChg chg="mod">
          <ac:chgData name="Saban, Michael" userId="74cb2b79-f8f3-466c-905c-ccfc18d9a6c5" providerId="ADAL" clId="{B38A15FF-EF9B-4FE3-8F68-E853A703C219}" dt="2025-12-09T22:44:51.379" v="2026" actId="20577"/>
          <ac:spMkLst>
            <pc:docMk/>
            <pc:sldMk cId="4040739669" sldId="266"/>
            <ac:spMk id="2" creationId="{2B51200D-E03D-675C-6952-64AD5C3C9A26}"/>
          </ac:spMkLst>
        </pc:spChg>
      </pc:sldChg>
      <pc:sldChg chg="addSp delSp modSp new mod">
        <pc:chgData name="Saban, Michael" userId="74cb2b79-f8f3-466c-905c-ccfc18d9a6c5" providerId="ADAL" clId="{B38A15FF-EF9B-4FE3-8F68-E853A703C219}" dt="2025-12-10T04:28:26.816" v="3058" actId="1076"/>
        <pc:sldMkLst>
          <pc:docMk/>
          <pc:sldMk cId="435826731" sldId="267"/>
        </pc:sldMkLst>
        <pc:spChg chg="mod">
          <ac:chgData name="Saban, Michael" userId="74cb2b79-f8f3-466c-905c-ccfc18d9a6c5" providerId="ADAL" clId="{B38A15FF-EF9B-4FE3-8F68-E853A703C219}" dt="2025-12-10T01:41:18.861" v="2644" actId="20577"/>
          <ac:spMkLst>
            <pc:docMk/>
            <pc:sldMk cId="435826731" sldId="267"/>
            <ac:spMk id="2" creationId="{67DFC90D-8BF3-BA00-2A8D-F03B05BD4F98}"/>
          </ac:spMkLst>
        </pc:spChg>
        <pc:spChg chg="del">
          <ac:chgData name="Saban, Michael" userId="74cb2b79-f8f3-466c-905c-ccfc18d9a6c5" providerId="ADAL" clId="{B38A15FF-EF9B-4FE3-8F68-E853A703C219}" dt="2025-12-10T01:25:50.226" v="2579" actId="478"/>
          <ac:spMkLst>
            <pc:docMk/>
            <pc:sldMk cId="435826731" sldId="267"/>
            <ac:spMk id="3" creationId="{FDC96BA6-6915-258D-6224-D8E37BD8793C}"/>
          </ac:spMkLst>
        </pc:spChg>
        <pc:picChg chg="add mod">
          <ac:chgData name="Saban, Michael" userId="74cb2b79-f8f3-466c-905c-ccfc18d9a6c5" providerId="ADAL" clId="{B38A15FF-EF9B-4FE3-8F68-E853A703C219}" dt="2025-12-10T01:56:57.684" v="2686" actId="14100"/>
          <ac:picMkLst>
            <pc:docMk/>
            <pc:sldMk cId="435826731" sldId="267"/>
            <ac:picMk id="5" creationId="{CB66F943-491D-DF2E-8795-D2A924C2E2C0}"/>
          </ac:picMkLst>
        </pc:picChg>
        <pc:picChg chg="add mod">
          <ac:chgData name="Saban, Michael" userId="74cb2b79-f8f3-466c-905c-ccfc18d9a6c5" providerId="ADAL" clId="{B38A15FF-EF9B-4FE3-8F68-E853A703C219}" dt="2025-12-10T01:56:35.949" v="2683" actId="1076"/>
          <ac:picMkLst>
            <pc:docMk/>
            <pc:sldMk cId="435826731" sldId="267"/>
            <ac:picMk id="7" creationId="{F3FA5C9C-6C23-D0B5-5524-EF8574BCD652}"/>
          </ac:picMkLst>
        </pc:picChg>
        <pc:picChg chg="add mod">
          <ac:chgData name="Saban, Michael" userId="74cb2b79-f8f3-466c-905c-ccfc18d9a6c5" providerId="ADAL" clId="{B38A15FF-EF9B-4FE3-8F68-E853A703C219}" dt="2025-12-10T01:54:48.430" v="2653" actId="1076"/>
          <ac:picMkLst>
            <pc:docMk/>
            <pc:sldMk cId="435826731" sldId="267"/>
            <ac:picMk id="9" creationId="{DFE4FD24-16F4-1814-71D7-201D8533CC8B}"/>
          </ac:picMkLst>
        </pc:picChg>
        <pc:picChg chg="add del mod">
          <ac:chgData name="Saban, Michael" userId="74cb2b79-f8f3-466c-905c-ccfc18d9a6c5" providerId="ADAL" clId="{B38A15FF-EF9B-4FE3-8F68-E853A703C219}" dt="2025-12-10T01:54:44.813" v="2652" actId="22"/>
          <ac:picMkLst>
            <pc:docMk/>
            <pc:sldMk cId="435826731" sldId="267"/>
            <ac:picMk id="11" creationId="{8B5E9175-CE60-10EE-AA3B-5C270B2DD27C}"/>
          </ac:picMkLst>
        </pc:picChg>
        <pc:picChg chg="add del mod">
          <ac:chgData name="Saban, Michael" userId="74cb2b79-f8f3-466c-905c-ccfc18d9a6c5" providerId="ADAL" clId="{B38A15FF-EF9B-4FE3-8F68-E853A703C219}" dt="2025-12-10T01:55:10.468" v="2661" actId="22"/>
          <ac:picMkLst>
            <pc:docMk/>
            <pc:sldMk cId="435826731" sldId="267"/>
            <ac:picMk id="13" creationId="{64438793-E42F-642D-CD6A-E2176EE516BF}"/>
          </ac:picMkLst>
        </pc:picChg>
        <pc:picChg chg="add mod">
          <ac:chgData name="Saban, Michael" userId="74cb2b79-f8f3-466c-905c-ccfc18d9a6c5" providerId="ADAL" clId="{B38A15FF-EF9B-4FE3-8F68-E853A703C219}" dt="2025-12-10T04:28:26.816" v="3058" actId="1076"/>
          <ac:picMkLst>
            <pc:docMk/>
            <pc:sldMk cId="435826731" sldId="267"/>
            <ac:picMk id="15" creationId="{B0E15CA7-4257-71C0-18DC-494949E88C42}"/>
          </ac:picMkLst>
        </pc:picChg>
        <pc:picChg chg="add mod">
          <ac:chgData name="Saban, Michael" userId="74cb2b79-f8f3-466c-905c-ccfc18d9a6c5" providerId="ADAL" clId="{B38A15FF-EF9B-4FE3-8F68-E853A703C219}" dt="2025-12-10T04:28:23.899" v="3057" actId="1076"/>
          <ac:picMkLst>
            <pc:docMk/>
            <pc:sldMk cId="435826731" sldId="267"/>
            <ac:picMk id="17" creationId="{8B978A05-7CE8-6189-6D42-9C41BD43F82D}"/>
          </ac:picMkLst>
        </pc:picChg>
        <pc:picChg chg="add del mod">
          <ac:chgData name="Saban, Michael" userId="74cb2b79-f8f3-466c-905c-ccfc18d9a6c5" providerId="ADAL" clId="{B38A15FF-EF9B-4FE3-8F68-E853A703C219}" dt="2025-12-10T01:57:01.300" v="2687" actId="478"/>
          <ac:picMkLst>
            <pc:docMk/>
            <pc:sldMk cId="435826731" sldId="267"/>
            <ac:picMk id="19" creationId="{34FE3595-35C9-73C2-7751-C08A3139874E}"/>
          </ac:picMkLst>
        </pc:picChg>
        <pc:picChg chg="add mod">
          <ac:chgData name="Saban, Michael" userId="74cb2b79-f8f3-466c-905c-ccfc18d9a6c5" providerId="ADAL" clId="{B38A15FF-EF9B-4FE3-8F68-E853A703C219}" dt="2025-12-10T04:28:10.383" v="3055" actId="1076"/>
          <ac:picMkLst>
            <pc:docMk/>
            <pc:sldMk cId="435826731" sldId="267"/>
            <ac:picMk id="21" creationId="{6A1DCAD7-60D4-6212-2B2D-8356E15670FA}"/>
          </ac:picMkLst>
        </pc:picChg>
        <pc:picChg chg="add mod">
          <ac:chgData name="Saban, Michael" userId="74cb2b79-f8f3-466c-905c-ccfc18d9a6c5" providerId="ADAL" clId="{B38A15FF-EF9B-4FE3-8F68-E853A703C219}" dt="2025-12-10T04:28:12.470" v="3056" actId="1076"/>
          <ac:picMkLst>
            <pc:docMk/>
            <pc:sldMk cId="435826731" sldId="267"/>
            <ac:picMk id="23" creationId="{D99A310F-2A30-4A1F-6186-6E71F83F0C1C}"/>
          </ac:picMkLst>
        </pc:picChg>
        <pc:picChg chg="add mod">
          <ac:chgData name="Saban, Michael" userId="74cb2b79-f8f3-466c-905c-ccfc18d9a6c5" providerId="ADAL" clId="{B38A15FF-EF9B-4FE3-8F68-E853A703C219}" dt="2025-12-10T04:27:56.486" v="3053" actId="1076"/>
          <ac:picMkLst>
            <pc:docMk/>
            <pc:sldMk cId="435826731" sldId="267"/>
            <ac:picMk id="25" creationId="{3EAB7213-75C7-B410-78D9-20B90BB22950}"/>
          </ac:picMkLst>
        </pc:picChg>
      </pc:sldChg>
      <pc:sldChg chg="ord">
        <pc:chgData name="Saban, Michael" userId="74cb2b79-f8f3-466c-905c-ccfc18d9a6c5" providerId="ADAL" clId="{B38A15FF-EF9B-4FE3-8F68-E853A703C219}" dt="2025-12-10T02:15:30.848" v="2704"/>
        <pc:sldMkLst>
          <pc:docMk/>
          <pc:sldMk cId="2543569912" sldId="268"/>
        </pc:sldMkLst>
      </pc:sldChg>
      <pc:sldChg chg="modSp mod">
        <pc:chgData name="Saban, Michael" userId="74cb2b79-f8f3-466c-905c-ccfc18d9a6c5" providerId="ADAL" clId="{B38A15FF-EF9B-4FE3-8F68-E853A703C219}" dt="2025-12-10T05:03:39.036" v="3095" actId="14100"/>
        <pc:sldMkLst>
          <pc:docMk/>
          <pc:sldMk cId="678990957" sldId="273"/>
        </pc:sldMkLst>
        <pc:spChg chg="mod">
          <ac:chgData name="Saban, Michael" userId="74cb2b79-f8f3-466c-905c-ccfc18d9a6c5" providerId="ADAL" clId="{B38A15FF-EF9B-4FE3-8F68-E853A703C219}" dt="2025-12-10T05:03:39.036" v="3095" actId="14100"/>
          <ac:spMkLst>
            <pc:docMk/>
            <pc:sldMk cId="678990957" sldId="273"/>
            <ac:spMk id="3" creationId="{FE67BE09-A7C2-FE95-2164-7A28C766BAB0}"/>
          </ac:spMkLst>
        </pc:spChg>
        <pc:spChg chg="mod">
          <ac:chgData name="Saban, Michael" userId="74cb2b79-f8f3-466c-905c-ccfc18d9a6c5" providerId="ADAL" clId="{B38A15FF-EF9B-4FE3-8F68-E853A703C219}" dt="2025-12-10T05:03:08.345" v="3090" actId="14100"/>
          <ac:spMkLst>
            <pc:docMk/>
            <pc:sldMk cId="678990957" sldId="273"/>
            <ac:spMk id="12" creationId="{C8091703-AF55-7922-A76E-33B6BFC2D957}"/>
          </ac:spMkLst>
        </pc:spChg>
      </pc:sldChg>
      <pc:sldChg chg="delSp modSp mod">
        <pc:chgData name="Saban, Michael" userId="74cb2b79-f8f3-466c-905c-ccfc18d9a6c5" providerId="ADAL" clId="{B38A15FF-EF9B-4FE3-8F68-E853A703C219}" dt="2025-12-10T23:37:25.910" v="4253" actId="27918"/>
        <pc:sldMkLst>
          <pc:docMk/>
          <pc:sldMk cId="1066910899" sldId="274"/>
        </pc:sldMkLst>
        <pc:spChg chg="del mod">
          <ac:chgData name="Saban, Michael" userId="74cb2b79-f8f3-466c-905c-ccfc18d9a6c5" providerId="ADAL" clId="{B38A15FF-EF9B-4FE3-8F68-E853A703C219}" dt="2025-12-10T05:11:21.316" v="3268"/>
          <ac:spMkLst>
            <pc:docMk/>
            <pc:sldMk cId="1066910899" sldId="274"/>
            <ac:spMk id="10" creationId="{8E043279-9026-9F58-741A-DAA8B177ABEE}"/>
          </ac:spMkLst>
        </pc:spChg>
        <pc:graphicFrameChg chg="mod">
          <ac:chgData name="Saban, Michael" userId="74cb2b79-f8f3-466c-905c-ccfc18d9a6c5" providerId="ADAL" clId="{B38A15FF-EF9B-4FE3-8F68-E853A703C219}" dt="2025-12-10T23:36:59.449" v="4250" actId="692"/>
          <ac:graphicFrameMkLst>
            <pc:docMk/>
            <pc:sldMk cId="1066910899" sldId="274"/>
            <ac:graphicFrameMk id="15" creationId="{CFD46228-5E61-4C5E-AE4A-000532A3E000}"/>
          </ac:graphicFrameMkLst>
        </pc:graphicFrameChg>
        <pc:graphicFrameChg chg="mod">
          <ac:chgData name="Saban, Michael" userId="74cb2b79-f8f3-466c-905c-ccfc18d9a6c5" providerId="ADAL" clId="{B38A15FF-EF9B-4FE3-8F68-E853A703C219}" dt="2025-12-10T23:36:47.452" v="4249" actId="692"/>
          <ac:graphicFrameMkLst>
            <pc:docMk/>
            <pc:sldMk cId="1066910899" sldId="274"/>
            <ac:graphicFrameMk id="22" creationId="{D8D59D0B-4D87-4DFE-BE78-EDA929DC1C4C}"/>
          </ac:graphicFrameMkLst>
        </pc:graphicFrameChg>
      </pc:sldChg>
      <pc:sldChg chg="modSp mod">
        <pc:chgData name="Saban, Michael" userId="74cb2b79-f8f3-466c-905c-ccfc18d9a6c5" providerId="ADAL" clId="{B38A15FF-EF9B-4FE3-8F68-E853A703C219}" dt="2025-12-10T23:32:05.127" v="4248" actId="27918"/>
        <pc:sldMkLst>
          <pc:docMk/>
          <pc:sldMk cId="3810675335" sldId="276"/>
        </pc:sldMkLst>
        <pc:graphicFrameChg chg="mod">
          <ac:chgData name="Saban, Michael" userId="74cb2b79-f8f3-466c-905c-ccfc18d9a6c5" providerId="ADAL" clId="{B38A15FF-EF9B-4FE3-8F68-E853A703C219}" dt="2025-12-10T23:32:03.047" v="4247" actId="692"/>
          <ac:graphicFrameMkLst>
            <pc:docMk/>
            <pc:sldMk cId="3810675335" sldId="276"/>
            <ac:graphicFrameMk id="9" creationId="{61232DEE-5025-49F6-9B33-7B23A13F6673}"/>
          </ac:graphicFrameMkLst>
        </pc:graphicFrameChg>
      </pc:sldChg>
      <pc:sldChg chg="addSp delSp modSp add mod">
        <pc:chgData name="Saban, Michael" userId="74cb2b79-f8f3-466c-905c-ccfc18d9a6c5" providerId="ADAL" clId="{B38A15FF-EF9B-4FE3-8F68-E853A703C219}" dt="2025-12-10T23:20:06.728" v="4244" actId="1076"/>
        <pc:sldMkLst>
          <pc:docMk/>
          <pc:sldMk cId="10235916" sldId="281"/>
        </pc:sldMkLst>
        <pc:graphicFrameChg chg="add mod">
          <ac:chgData name="Saban, Michael" userId="74cb2b79-f8f3-466c-905c-ccfc18d9a6c5" providerId="ADAL" clId="{B38A15FF-EF9B-4FE3-8F68-E853A703C219}" dt="2025-12-10T23:19:56.179" v="4242" actId="1076"/>
          <ac:graphicFrameMkLst>
            <pc:docMk/>
            <pc:sldMk cId="10235916" sldId="281"/>
            <ac:graphicFrameMk id="3" creationId="{583633EF-F72D-6A6A-0AFD-52F1FD2FF1A5}"/>
          </ac:graphicFrameMkLst>
        </pc:graphicFrameChg>
        <pc:graphicFrameChg chg="add mod">
          <ac:chgData name="Saban, Michael" userId="74cb2b79-f8f3-466c-905c-ccfc18d9a6c5" providerId="ADAL" clId="{B38A15FF-EF9B-4FE3-8F68-E853A703C219}" dt="2025-12-10T23:19:44.167" v="4237"/>
          <ac:graphicFrameMkLst>
            <pc:docMk/>
            <pc:sldMk cId="10235916" sldId="281"/>
            <ac:graphicFrameMk id="4" creationId="{C294B046-E7C1-9D6D-B616-15B4DAA3B642}"/>
          </ac:graphicFrameMkLst>
        </pc:graphicFrameChg>
        <pc:graphicFrameChg chg="del">
          <ac:chgData name="Saban, Michael" userId="74cb2b79-f8f3-466c-905c-ccfc18d9a6c5" providerId="ADAL" clId="{B38A15FF-EF9B-4FE3-8F68-E853A703C219}" dt="2025-12-10T23:19:22.605" v="4231" actId="478"/>
          <ac:graphicFrameMkLst>
            <pc:docMk/>
            <pc:sldMk cId="10235916" sldId="281"/>
            <ac:graphicFrameMk id="8" creationId="{3816C3D0-4799-EBE6-47D6-682F13E3CA3F}"/>
          </ac:graphicFrameMkLst>
        </pc:graphicFrameChg>
        <pc:graphicFrameChg chg="add mod">
          <ac:chgData name="Saban, Michael" userId="74cb2b79-f8f3-466c-905c-ccfc18d9a6c5" providerId="ADAL" clId="{B38A15FF-EF9B-4FE3-8F68-E853A703C219}" dt="2025-12-10T23:20:06.728" v="4244" actId="1076"/>
          <ac:graphicFrameMkLst>
            <pc:docMk/>
            <pc:sldMk cId="10235916" sldId="281"/>
            <ac:graphicFrameMk id="13" creationId="{C294B046-E7C1-9D6D-B616-15B4DAA3B642}"/>
          </ac:graphicFrameMkLst>
        </pc:graphicFrameChg>
      </pc:sldChg>
    </pc:docChg>
  </pc:docChgLst>
  <pc:docChgLst>
    <pc:chgData name="Moore, Izzy" userId="S::cmoore12@luc.edu::ea218641-bf08-4cd3-8df8-119adb943259" providerId="AD" clId="Web-{8DC5CB51-9916-0758-CFEA-08909D7FED40}"/>
    <pc:docChg chg="mod addSld modSld sldOrd">
      <pc:chgData name="Moore, Izzy" userId="S::cmoore12@luc.edu::ea218641-bf08-4cd3-8df8-119adb943259" providerId="AD" clId="Web-{8DC5CB51-9916-0758-CFEA-08909D7FED40}" dt="2025-12-10T02:54:05.919" v="1117"/>
      <pc:docMkLst>
        <pc:docMk/>
      </pc:docMkLst>
      <pc:sldChg chg="addSp delSp modSp mod setBg">
        <pc:chgData name="Moore, Izzy" userId="S::cmoore12@luc.edu::ea218641-bf08-4cd3-8df8-119adb943259" providerId="AD" clId="Web-{8DC5CB51-9916-0758-CFEA-08909D7FED40}" dt="2025-12-10T02:42:53.138" v="770" actId="1076"/>
        <pc:sldMkLst>
          <pc:docMk/>
          <pc:sldMk cId="1151954119" sldId="256"/>
        </pc:sldMkLst>
        <pc:spChg chg="mod">
          <ac:chgData name="Moore, Izzy" userId="S::cmoore12@luc.edu::ea218641-bf08-4cd3-8df8-119adb943259" providerId="AD" clId="Web-{8DC5CB51-9916-0758-CFEA-08909D7FED40}" dt="2025-12-10T02:15:19.711" v="764"/>
          <ac:spMkLst>
            <pc:docMk/>
            <pc:sldMk cId="1151954119" sldId="256"/>
            <ac:spMk id="2" creationId="{F0EBEEE1-7566-1A84-3265-D6944BE3970F}"/>
          </ac:spMkLst>
        </pc:spChg>
        <pc:spChg chg="mod">
          <ac:chgData name="Moore, Izzy" userId="S::cmoore12@luc.edu::ea218641-bf08-4cd3-8df8-119adb943259" providerId="AD" clId="Web-{8DC5CB51-9916-0758-CFEA-08909D7FED40}" dt="2025-12-10T02:15:19.711" v="764"/>
          <ac:spMkLst>
            <pc:docMk/>
            <pc:sldMk cId="1151954119" sldId="256"/>
            <ac:spMk id="3" creationId="{35B27B08-A425-795B-BC25-65A30F892168}"/>
          </ac:spMkLst>
        </pc:spChg>
        <pc:grpChg chg="add">
          <ac:chgData name="Moore, Izzy" userId="S::cmoore12@luc.edu::ea218641-bf08-4cd3-8df8-119adb943259" providerId="AD" clId="Web-{8DC5CB51-9916-0758-CFEA-08909D7FED40}" dt="2025-12-10T02:15:19.711" v="764"/>
          <ac:grpSpMkLst>
            <pc:docMk/>
            <pc:sldMk cId="1151954119" sldId="256"/>
            <ac:grpSpMk id="10" creationId="{03C6F4E6-30A1-4F63-C8CC-028750B5AACD}"/>
          </ac:grpSpMkLst>
        </pc:grpChg>
        <pc:picChg chg="add mod">
          <ac:chgData name="Moore, Izzy" userId="S::cmoore12@luc.edu::ea218641-bf08-4cd3-8df8-119adb943259" providerId="AD" clId="Web-{8DC5CB51-9916-0758-CFEA-08909D7FED40}" dt="2025-12-10T02:42:53.138" v="770" actId="1076"/>
          <ac:picMkLst>
            <pc:docMk/>
            <pc:sldMk cId="1151954119" sldId="256"/>
            <ac:picMk id="4" creationId="{B4CCC41C-9C60-46A9-74B3-72A202F33A0B}"/>
          </ac:picMkLst>
        </pc:picChg>
        <pc:picChg chg="add del">
          <ac:chgData name="Moore, Izzy" userId="S::cmoore12@luc.edu::ea218641-bf08-4cd3-8df8-119adb943259" providerId="AD" clId="Web-{8DC5CB51-9916-0758-CFEA-08909D7FED40}" dt="2025-12-10T02:42:21.670" v="766"/>
          <ac:picMkLst>
            <pc:docMk/>
            <pc:sldMk cId="1151954119" sldId="256"/>
            <ac:picMk id="7" creationId="{4917BB39-49C6-CD4D-A76B-15AA48744F93}"/>
          </ac:picMkLst>
        </pc:picChg>
      </pc:sldChg>
      <pc:sldChg chg="mod setBg">
        <pc:chgData name="Moore, Izzy" userId="S::cmoore12@luc.edu::ea218641-bf08-4cd3-8df8-119adb943259" providerId="AD" clId="Web-{8DC5CB51-9916-0758-CFEA-08909D7FED40}" dt="2025-12-10T02:53:47.200" v="1116"/>
        <pc:sldMkLst>
          <pc:docMk/>
          <pc:sldMk cId="385387307" sldId="257"/>
        </pc:sldMkLst>
      </pc:sldChg>
      <pc:sldChg chg="modSp">
        <pc:chgData name="Moore, Izzy" userId="S::cmoore12@luc.edu::ea218641-bf08-4cd3-8df8-119adb943259" providerId="AD" clId="Web-{8DC5CB51-9916-0758-CFEA-08909D7FED40}" dt="2025-12-10T02:10:03.969" v="519" actId="20577"/>
        <pc:sldMkLst>
          <pc:docMk/>
          <pc:sldMk cId="3919974531" sldId="263"/>
        </pc:sldMkLst>
        <pc:spChg chg="mod">
          <ac:chgData name="Moore, Izzy" userId="S::cmoore12@luc.edu::ea218641-bf08-4cd3-8df8-119adb943259" providerId="AD" clId="Web-{8DC5CB51-9916-0758-CFEA-08909D7FED40}" dt="2025-12-10T02:10:03.969" v="519" actId="20577"/>
          <ac:spMkLst>
            <pc:docMk/>
            <pc:sldMk cId="3919974531" sldId="263"/>
            <ac:spMk id="3" creationId="{8125D419-6E88-EB07-381D-885D2EF4547F}"/>
          </ac:spMkLst>
        </pc:spChg>
      </pc:sldChg>
      <pc:sldChg chg="modSp">
        <pc:chgData name="Moore, Izzy" userId="S::cmoore12@luc.edu::ea218641-bf08-4cd3-8df8-119adb943259" providerId="AD" clId="Web-{8DC5CB51-9916-0758-CFEA-08909D7FED40}" dt="2025-12-10T02:14:49.689" v="763" actId="20577"/>
        <pc:sldMkLst>
          <pc:docMk/>
          <pc:sldMk cId="3443625887" sldId="265"/>
        </pc:sldMkLst>
        <pc:spChg chg="mod">
          <ac:chgData name="Moore, Izzy" userId="S::cmoore12@luc.edu::ea218641-bf08-4cd3-8df8-119adb943259" providerId="AD" clId="Web-{8DC5CB51-9916-0758-CFEA-08909D7FED40}" dt="2025-12-10T02:14:49.689" v="763" actId="20577"/>
          <ac:spMkLst>
            <pc:docMk/>
            <pc:sldMk cId="3443625887" sldId="265"/>
            <ac:spMk id="3" creationId="{B85E6C15-2F93-EE55-95F2-7E895287D299}"/>
          </ac:spMkLst>
        </pc:spChg>
      </pc:sldChg>
      <pc:sldChg chg="addSp delSp modSp new mod ord setBg">
        <pc:chgData name="Moore, Izzy" userId="S::cmoore12@luc.edu::ea218641-bf08-4cd3-8df8-119adb943259" providerId="AD" clId="Web-{8DC5CB51-9916-0758-CFEA-08909D7FED40}" dt="2025-12-10T02:54:05.919" v="1117"/>
        <pc:sldMkLst>
          <pc:docMk/>
          <pc:sldMk cId="2543569912" sldId="268"/>
        </pc:sldMkLst>
        <pc:spChg chg="mod">
          <ac:chgData name="Moore, Izzy" userId="S::cmoore12@luc.edu::ea218641-bf08-4cd3-8df8-119adb943259" providerId="AD" clId="Web-{8DC5CB51-9916-0758-CFEA-08909D7FED40}" dt="2025-12-10T02:53:15.778" v="1114" actId="20577"/>
          <ac:spMkLst>
            <pc:docMk/>
            <pc:sldMk cId="2543569912" sldId="268"/>
            <ac:spMk id="2" creationId="{826F8C33-BF0E-5ADD-DE20-A1136A0DC25F}"/>
          </ac:spMkLst>
        </pc:spChg>
        <pc:spChg chg="del mod">
          <ac:chgData name="Moore, Izzy" userId="S::cmoore12@luc.edu::ea218641-bf08-4cd3-8df8-119adb943259" providerId="AD" clId="Web-{8DC5CB51-9916-0758-CFEA-08909D7FED40}" dt="2025-12-10T02:45:48.091" v="776"/>
          <ac:spMkLst>
            <pc:docMk/>
            <pc:sldMk cId="2543569912" sldId="268"/>
            <ac:spMk id="3" creationId="{961284E4-5768-1CD9-E34A-E237BF5F00C7}"/>
          </ac:spMkLst>
        </pc:spChg>
        <pc:spChg chg="add mod">
          <ac:chgData name="Moore, Izzy" userId="S::cmoore12@luc.edu::ea218641-bf08-4cd3-8df8-119adb943259" providerId="AD" clId="Web-{8DC5CB51-9916-0758-CFEA-08909D7FED40}" dt="2025-12-10T02:52:50.341" v="1105" actId="20577"/>
          <ac:spMkLst>
            <pc:docMk/>
            <pc:sldMk cId="2543569912" sldId="268"/>
            <ac:spMk id="6" creationId="{2649CE9A-4532-78BC-BCEF-54A877C67EE1}"/>
          </ac:spMkLst>
        </pc:spChg>
        <pc:spChg chg="add mod">
          <ac:chgData name="Moore, Izzy" userId="S::cmoore12@luc.edu::ea218641-bf08-4cd3-8df8-119adb943259" providerId="AD" clId="Web-{8DC5CB51-9916-0758-CFEA-08909D7FED40}" dt="2025-12-10T02:48:01.044" v="804" actId="14100"/>
          <ac:spMkLst>
            <pc:docMk/>
            <pc:sldMk cId="2543569912" sldId="268"/>
            <ac:spMk id="7" creationId="{E12FDE0F-1239-657A-1667-374E1C92FED6}"/>
          </ac:spMkLst>
        </pc:spChg>
        <pc:spChg chg="add">
          <ac:chgData name="Moore, Izzy" userId="S::cmoore12@luc.edu::ea218641-bf08-4cd3-8df8-119adb943259" providerId="AD" clId="Web-{8DC5CB51-9916-0758-CFEA-08909D7FED40}" dt="2025-12-10T02:44:14.012" v="773"/>
          <ac:spMkLst>
            <pc:docMk/>
            <pc:sldMk cId="2543569912" sldId="268"/>
            <ac:spMk id="8" creationId="{1A3C89F8-0D2F-47FF-B903-151248265F47}"/>
          </ac:spMkLst>
        </pc:spChg>
        <pc:spChg chg="add">
          <ac:chgData name="Moore, Izzy" userId="S::cmoore12@luc.edu::ea218641-bf08-4cd3-8df8-119adb943259" providerId="AD" clId="Web-{8DC5CB51-9916-0758-CFEA-08909D7FED40}" dt="2025-12-10T02:44:14.012" v="773"/>
          <ac:spMkLst>
            <pc:docMk/>
            <pc:sldMk cId="2543569912" sldId="268"/>
            <ac:spMk id="10" creationId="{C5CB530E-515E-412C-9DF1-5F8FFBD6F383}"/>
          </ac:spMkLst>
        </pc:spChg>
        <pc:spChg chg="add">
          <ac:chgData name="Moore, Izzy" userId="S::cmoore12@luc.edu::ea218641-bf08-4cd3-8df8-119adb943259" providerId="AD" clId="Web-{8DC5CB51-9916-0758-CFEA-08909D7FED40}" dt="2025-12-10T02:44:14.012" v="773"/>
          <ac:spMkLst>
            <pc:docMk/>
            <pc:sldMk cId="2543569912" sldId="268"/>
            <ac:spMk id="12" creationId="{712D4376-A578-4FF1-94FC-245E7A6A489F}"/>
          </ac:spMkLst>
        </pc:spChg>
        <pc:spChg chg="add">
          <ac:chgData name="Moore, Izzy" userId="S::cmoore12@luc.edu::ea218641-bf08-4cd3-8df8-119adb943259" providerId="AD" clId="Web-{8DC5CB51-9916-0758-CFEA-08909D7FED40}" dt="2025-12-10T02:44:14.012" v="773"/>
          <ac:spMkLst>
            <pc:docMk/>
            <pc:sldMk cId="2543569912" sldId="268"/>
            <ac:spMk id="14" creationId="{AEA7509D-F04F-40CB-A0B3-EEF16499CC9F}"/>
          </ac:spMkLst>
        </pc:spChg>
        <pc:spChg chg="add">
          <ac:chgData name="Moore, Izzy" userId="S::cmoore12@luc.edu::ea218641-bf08-4cd3-8df8-119adb943259" providerId="AD" clId="Web-{8DC5CB51-9916-0758-CFEA-08909D7FED40}" dt="2025-12-10T02:44:14.012" v="773"/>
          <ac:spMkLst>
            <pc:docMk/>
            <pc:sldMk cId="2543569912" sldId="268"/>
            <ac:spMk id="18" creationId="{508BEF50-7B1E-49A4-BC19-5F4F1D755E64}"/>
          </ac:spMkLst>
        </pc:spChg>
        <pc:spChg chg="add">
          <ac:chgData name="Moore, Izzy" userId="S::cmoore12@luc.edu::ea218641-bf08-4cd3-8df8-119adb943259" providerId="AD" clId="Web-{8DC5CB51-9916-0758-CFEA-08909D7FED40}" dt="2025-12-10T02:44:14.012" v="773"/>
          <ac:spMkLst>
            <pc:docMk/>
            <pc:sldMk cId="2543569912" sldId="268"/>
            <ac:spMk id="20" creationId="{3FBAD350-5664-4811-A208-657FB882D350}"/>
          </ac:spMkLst>
        </pc:spChg>
        <pc:spChg chg="add">
          <ac:chgData name="Moore, Izzy" userId="S::cmoore12@luc.edu::ea218641-bf08-4cd3-8df8-119adb943259" providerId="AD" clId="Web-{8DC5CB51-9916-0758-CFEA-08909D7FED40}" dt="2025-12-10T02:44:14.012" v="773"/>
          <ac:spMkLst>
            <pc:docMk/>
            <pc:sldMk cId="2543569912" sldId="268"/>
            <ac:spMk id="22" creationId="{C39ADB8F-D187-49D7-BDCF-C1B6DC727068}"/>
          </ac:spMkLst>
        </pc:spChg>
        <pc:picChg chg="add mod">
          <ac:chgData name="Moore, Izzy" userId="S::cmoore12@luc.edu::ea218641-bf08-4cd3-8df8-119adb943259" providerId="AD" clId="Web-{8DC5CB51-9916-0758-CFEA-08909D7FED40}" dt="2025-12-10T02:47:41.310" v="797" actId="1076"/>
          <ac:picMkLst>
            <pc:docMk/>
            <pc:sldMk cId="2543569912" sldId="268"/>
            <ac:picMk id="4" creationId="{721D565C-67D4-0E0E-D8AE-B03214433EBE}"/>
          </ac:picMkLst>
        </pc:picChg>
        <pc:inkChg chg="add del">
          <ac:chgData name="Moore, Izzy" userId="S::cmoore12@luc.edu::ea218641-bf08-4cd3-8df8-119adb943259" providerId="AD" clId="Web-{8DC5CB51-9916-0758-CFEA-08909D7FED40}" dt="2025-12-10T02:46:57.232" v="789"/>
          <ac:inkMkLst>
            <pc:docMk/>
            <pc:sldMk cId="2543569912" sldId="268"/>
            <ac:inkMk id="9" creationId="{778075C8-FCDC-D6C9-22EA-EE3A5F6368CD}"/>
          </ac:inkMkLst>
        </pc:inkChg>
        <pc:inkChg chg="add del">
          <ac:chgData name="Moore, Izzy" userId="S::cmoore12@luc.edu::ea218641-bf08-4cd3-8df8-119adb943259" providerId="AD" clId="Web-{8DC5CB51-9916-0758-CFEA-08909D7FED40}" dt="2025-12-10T02:47:07.669" v="791"/>
          <ac:inkMkLst>
            <pc:docMk/>
            <pc:sldMk cId="2543569912" sldId="268"/>
            <ac:inkMk id="11" creationId="{98B793A7-4091-C328-4DA7-D75CFE1A7ACA}"/>
          </ac:inkMkLst>
        </pc:inkChg>
        <pc:inkChg chg="add del">
          <ac:chgData name="Moore, Izzy" userId="S::cmoore12@luc.edu::ea218641-bf08-4cd3-8df8-119adb943259" providerId="AD" clId="Web-{8DC5CB51-9916-0758-CFEA-08909D7FED40}" dt="2025-12-10T02:47:21.497" v="794"/>
          <ac:inkMkLst>
            <pc:docMk/>
            <pc:sldMk cId="2543569912" sldId="268"/>
            <ac:inkMk id="13" creationId="{37BB5C07-0C3E-28B8-3992-4726903E463E}"/>
          </ac:inkMkLst>
        </pc:inkChg>
        <pc:cxnChg chg="add">
          <ac:chgData name="Moore, Izzy" userId="S::cmoore12@luc.edu::ea218641-bf08-4cd3-8df8-119adb943259" providerId="AD" clId="Web-{8DC5CB51-9916-0758-CFEA-08909D7FED40}" dt="2025-12-10T02:44:14.012" v="773"/>
          <ac:cxnSpMkLst>
            <pc:docMk/>
            <pc:sldMk cId="2543569912" sldId="268"/>
            <ac:cxnSpMk id="16" creationId="{56020367-4FD5-4596-8E10-C5F095CD8DBF}"/>
          </ac:cxnSpMkLst>
        </pc:cxnChg>
      </pc:sldChg>
    </pc:docChg>
  </pc:docChgLst>
  <pc:docChgLst>
    <pc:chgData name="Moore, Izzy" userId="ea218641-bf08-4cd3-8df8-119adb943259" providerId="ADAL" clId="{52DF74E0-788E-4B5F-B42A-6777E3C08A79}"/>
    <pc:docChg chg="undo custSel addSld delSld modSld sldOrd modMainMaster">
      <pc:chgData name="Moore, Izzy" userId="ea218641-bf08-4cd3-8df8-119adb943259" providerId="ADAL" clId="{52DF74E0-788E-4B5F-B42A-6777E3C08A79}" dt="2025-12-11T00:50:46.286" v="2028" actId="20577"/>
      <pc:docMkLst>
        <pc:docMk/>
      </pc:docMkLst>
      <pc:sldChg chg="modSp setBg modNotesTx">
        <pc:chgData name="Moore, Izzy" userId="ea218641-bf08-4cd3-8df8-119adb943259" providerId="ADAL" clId="{52DF74E0-788E-4B5F-B42A-6777E3C08A79}" dt="2025-12-11T00:34:04.374" v="2026" actId="20577"/>
        <pc:sldMkLst>
          <pc:docMk/>
          <pc:sldMk cId="1151954119" sldId="256"/>
        </pc:sldMkLst>
        <pc:spChg chg="mod">
          <ac:chgData name="Moore, Izzy" userId="ea218641-bf08-4cd3-8df8-119adb943259" providerId="ADAL" clId="{52DF74E0-788E-4B5F-B42A-6777E3C08A79}" dt="2025-12-10T06:36:19.697" v="1573"/>
          <ac:spMkLst>
            <pc:docMk/>
            <pc:sldMk cId="1151954119" sldId="256"/>
            <ac:spMk id="5" creationId="{378ED83C-0346-B1DF-B9E2-7E2B95AAA8AA}"/>
          </ac:spMkLst>
        </pc:spChg>
      </pc:sldChg>
      <pc:sldChg chg="modSp mod setBg">
        <pc:chgData name="Moore, Izzy" userId="ea218641-bf08-4cd3-8df8-119adb943259" providerId="ADAL" clId="{52DF74E0-788E-4B5F-B42A-6777E3C08A79}" dt="2025-12-10T06:35:27.554" v="1572" actId="1076"/>
        <pc:sldMkLst>
          <pc:docMk/>
          <pc:sldMk cId="385387307" sldId="257"/>
        </pc:sldMkLst>
        <pc:spChg chg="mod">
          <ac:chgData name="Moore, Izzy" userId="ea218641-bf08-4cd3-8df8-119adb943259" providerId="ADAL" clId="{52DF74E0-788E-4B5F-B42A-6777E3C08A79}" dt="2025-12-10T06:35:23.009" v="1565" actId="1076"/>
          <ac:spMkLst>
            <pc:docMk/>
            <pc:sldMk cId="385387307" sldId="257"/>
            <ac:spMk id="3" creationId="{FB5CA7C6-BC38-5300-D0C3-704ABB3A6A61}"/>
          </ac:spMkLst>
        </pc:spChg>
        <pc:picChg chg="mod">
          <ac:chgData name="Moore, Izzy" userId="ea218641-bf08-4cd3-8df8-119adb943259" providerId="ADAL" clId="{52DF74E0-788E-4B5F-B42A-6777E3C08A79}" dt="2025-12-10T06:35:27.554" v="1572" actId="1076"/>
          <ac:picMkLst>
            <pc:docMk/>
            <pc:sldMk cId="385387307" sldId="257"/>
            <ac:picMk id="5" creationId="{12EE9DE7-86B2-59F1-E546-E14E3444B0A6}"/>
          </ac:picMkLst>
        </pc:picChg>
      </pc:sldChg>
      <pc:sldChg chg="setBg">
        <pc:chgData name="Moore, Izzy" userId="ea218641-bf08-4cd3-8df8-119adb943259" providerId="ADAL" clId="{52DF74E0-788E-4B5F-B42A-6777E3C08A79}" dt="2025-12-10T03:11:14.091" v="352"/>
        <pc:sldMkLst>
          <pc:docMk/>
          <pc:sldMk cId="3883282150" sldId="258"/>
        </pc:sldMkLst>
      </pc:sldChg>
      <pc:sldChg chg="modSp mod">
        <pc:chgData name="Moore, Izzy" userId="ea218641-bf08-4cd3-8df8-119adb943259" providerId="ADAL" clId="{52DF74E0-788E-4B5F-B42A-6777E3C08A79}" dt="2025-12-10T08:52:49.489" v="1766" actId="12385"/>
        <pc:sldMkLst>
          <pc:docMk/>
          <pc:sldMk cId="2459638987" sldId="260"/>
        </pc:sldMkLst>
        <pc:graphicFrameChg chg="mod modGraphic">
          <ac:chgData name="Moore, Izzy" userId="ea218641-bf08-4cd3-8df8-119adb943259" providerId="ADAL" clId="{52DF74E0-788E-4B5F-B42A-6777E3C08A79}" dt="2025-12-10T08:52:49.489" v="1766" actId="12385"/>
          <ac:graphicFrameMkLst>
            <pc:docMk/>
            <pc:sldMk cId="2459638987" sldId="260"/>
            <ac:graphicFrameMk id="4" creationId="{7D0A075E-DB82-32CF-0B00-6E5AA496DD34}"/>
          </ac:graphicFrameMkLst>
        </pc:graphicFrameChg>
      </pc:sldChg>
      <pc:sldChg chg="modSp mod">
        <pc:chgData name="Moore, Izzy" userId="ea218641-bf08-4cd3-8df8-119adb943259" providerId="ADAL" clId="{52DF74E0-788E-4B5F-B42A-6777E3C08A79}" dt="2025-12-11T00:27:32.448" v="2018" actId="1076"/>
        <pc:sldMkLst>
          <pc:docMk/>
          <pc:sldMk cId="2362351439" sldId="261"/>
        </pc:sldMkLst>
        <pc:spChg chg="mod">
          <ac:chgData name="Moore, Izzy" userId="ea218641-bf08-4cd3-8df8-119adb943259" providerId="ADAL" clId="{52DF74E0-788E-4B5F-B42A-6777E3C08A79}" dt="2025-12-11T00:27:32.448" v="2018" actId="1076"/>
          <ac:spMkLst>
            <pc:docMk/>
            <pc:sldMk cId="2362351439" sldId="261"/>
            <ac:spMk id="10" creationId="{E3664D43-413A-EE7A-A260-FC6C9745A00B}"/>
          </ac:spMkLst>
        </pc:spChg>
        <pc:spChg chg="mod">
          <ac:chgData name="Moore, Izzy" userId="ea218641-bf08-4cd3-8df8-119adb943259" providerId="ADAL" clId="{52DF74E0-788E-4B5F-B42A-6777E3C08A79}" dt="2025-12-11T00:27:32.448" v="2018" actId="1076"/>
          <ac:spMkLst>
            <pc:docMk/>
            <pc:sldMk cId="2362351439" sldId="261"/>
            <ac:spMk id="11" creationId="{C43AEA5D-FEE0-5486-F5C9-42EB9DB9DEF0}"/>
          </ac:spMkLst>
        </pc:spChg>
        <pc:spChg chg="mod">
          <ac:chgData name="Moore, Izzy" userId="ea218641-bf08-4cd3-8df8-119adb943259" providerId="ADAL" clId="{52DF74E0-788E-4B5F-B42A-6777E3C08A79}" dt="2025-12-11T00:27:32.448" v="2018" actId="1076"/>
          <ac:spMkLst>
            <pc:docMk/>
            <pc:sldMk cId="2362351439" sldId="261"/>
            <ac:spMk id="12" creationId="{204634A5-03CA-FEEC-EA0C-E7C62CE8F102}"/>
          </ac:spMkLst>
        </pc:spChg>
        <pc:picChg chg="mod">
          <ac:chgData name="Moore, Izzy" userId="ea218641-bf08-4cd3-8df8-119adb943259" providerId="ADAL" clId="{52DF74E0-788E-4B5F-B42A-6777E3C08A79}" dt="2025-12-11T00:27:32.448" v="2018" actId="1076"/>
          <ac:picMkLst>
            <pc:docMk/>
            <pc:sldMk cId="2362351439" sldId="261"/>
            <ac:picMk id="5" creationId="{FEAC7148-797E-393E-F6F8-D3E018DAA634}"/>
          </ac:picMkLst>
        </pc:picChg>
        <pc:picChg chg="mod">
          <ac:chgData name="Moore, Izzy" userId="ea218641-bf08-4cd3-8df8-119adb943259" providerId="ADAL" clId="{52DF74E0-788E-4B5F-B42A-6777E3C08A79}" dt="2025-12-11T00:27:32.448" v="2018" actId="1076"/>
          <ac:picMkLst>
            <pc:docMk/>
            <pc:sldMk cId="2362351439" sldId="261"/>
            <ac:picMk id="7" creationId="{F3E909DB-AF87-E3A5-B83E-866BEECC7780}"/>
          </ac:picMkLst>
        </pc:picChg>
        <pc:picChg chg="mod">
          <ac:chgData name="Moore, Izzy" userId="ea218641-bf08-4cd3-8df8-119adb943259" providerId="ADAL" clId="{52DF74E0-788E-4B5F-B42A-6777E3C08A79}" dt="2025-12-11T00:27:32.448" v="2018" actId="1076"/>
          <ac:picMkLst>
            <pc:docMk/>
            <pc:sldMk cId="2362351439" sldId="261"/>
            <ac:picMk id="9" creationId="{C4AF4031-193A-0994-2093-861348110003}"/>
          </ac:picMkLst>
        </pc:picChg>
      </pc:sldChg>
      <pc:sldChg chg="addSp delSp modSp del mod addAnim delAnim">
        <pc:chgData name="Moore, Izzy" userId="ea218641-bf08-4cd3-8df8-119adb943259" providerId="ADAL" clId="{52DF74E0-788E-4B5F-B42A-6777E3C08A79}" dt="2025-12-10T07:18:31.160" v="1738" actId="2696"/>
        <pc:sldMkLst>
          <pc:docMk/>
          <pc:sldMk cId="549948314" sldId="262"/>
        </pc:sldMkLst>
        <pc:spChg chg="mod">
          <ac:chgData name="Moore, Izzy" userId="ea218641-bf08-4cd3-8df8-119adb943259" providerId="ADAL" clId="{52DF74E0-788E-4B5F-B42A-6777E3C08A79}" dt="2025-12-10T04:00:36.239" v="722" actId="6549"/>
          <ac:spMkLst>
            <pc:docMk/>
            <pc:sldMk cId="549948314" sldId="262"/>
            <ac:spMk id="2" creationId="{16E8F189-C2F2-C0B1-2C73-E16A484D7911}"/>
          </ac:spMkLst>
        </pc:spChg>
        <pc:spChg chg="mod">
          <ac:chgData name="Moore, Izzy" userId="ea218641-bf08-4cd3-8df8-119adb943259" providerId="ADAL" clId="{52DF74E0-788E-4B5F-B42A-6777E3C08A79}" dt="2025-12-10T07:06:31.777" v="1707" actId="20577"/>
          <ac:spMkLst>
            <pc:docMk/>
            <pc:sldMk cId="549948314" sldId="262"/>
            <ac:spMk id="3" creationId="{662DAF4D-C230-F80D-E37F-72CFA88771A8}"/>
          </ac:spMkLst>
        </pc:spChg>
        <pc:spChg chg="add del mod">
          <ac:chgData name="Moore, Izzy" userId="ea218641-bf08-4cd3-8df8-119adb943259" providerId="ADAL" clId="{52DF74E0-788E-4B5F-B42A-6777E3C08A79}" dt="2025-12-10T04:08:34.421" v="788" actId="478"/>
          <ac:spMkLst>
            <pc:docMk/>
            <pc:sldMk cId="549948314" sldId="262"/>
            <ac:spMk id="4" creationId="{DFAFA6CA-5F9C-C6A6-D1B9-847AC21EE5E1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10" creationId="{70A1C2EF-1494-C7E7-5512-E7E1DF77ADA1}"/>
          </ac:spMkLst>
        </pc:spChg>
        <pc:spChg chg="add del mod">
          <ac:chgData name="Moore, Izzy" userId="ea218641-bf08-4cd3-8df8-119adb943259" providerId="ADAL" clId="{52DF74E0-788E-4B5F-B42A-6777E3C08A79}" dt="2025-12-10T04:09:47.464" v="804" actId="478"/>
          <ac:spMkLst>
            <pc:docMk/>
            <pc:sldMk cId="549948314" sldId="262"/>
            <ac:spMk id="12" creationId="{85C949D7-A719-2733-6882-C60416D7493B}"/>
          </ac:spMkLst>
        </pc:spChg>
        <pc:spChg chg="add mod">
          <ac:chgData name="Moore, Izzy" userId="ea218641-bf08-4cd3-8df8-119adb943259" providerId="ADAL" clId="{52DF74E0-788E-4B5F-B42A-6777E3C08A79}" dt="2025-12-10T05:39:45.533" v="853" actId="14100"/>
          <ac:spMkLst>
            <pc:docMk/>
            <pc:sldMk cId="549948314" sldId="262"/>
            <ac:spMk id="14" creationId="{40969E71-1CB3-AC47-EA77-29C3B069658F}"/>
          </ac:spMkLst>
        </pc:spChg>
        <pc:spChg chg="add mod">
          <ac:chgData name="Moore, Izzy" userId="ea218641-bf08-4cd3-8df8-119adb943259" providerId="ADAL" clId="{52DF74E0-788E-4B5F-B42A-6777E3C08A79}" dt="2025-12-10T05:46:18.959" v="961" actId="14100"/>
          <ac:spMkLst>
            <pc:docMk/>
            <pc:sldMk cId="549948314" sldId="262"/>
            <ac:spMk id="15" creationId="{5A2A4CD9-62FE-25A0-9241-4923DFA43D57}"/>
          </ac:spMkLst>
        </pc:spChg>
        <pc:spChg chg="add mod">
          <ac:chgData name="Moore, Izzy" userId="ea218641-bf08-4cd3-8df8-119adb943259" providerId="ADAL" clId="{52DF74E0-788E-4B5F-B42A-6777E3C08A79}" dt="2025-12-10T05:39:51.032" v="855" actId="14100"/>
          <ac:spMkLst>
            <pc:docMk/>
            <pc:sldMk cId="549948314" sldId="262"/>
            <ac:spMk id="16" creationId="{E316D366-FC62-F90E-1FFB-08605E4D675D}"/>
          </ac:spMkLst>
        </pc:spChg>
        <pc:spChg chg="add mod">
          <ac:chgData name="Moore, Izzy" userId="ea218641-bf08-4cd3-8df8-119adb943259" providerId="ADAL" clId="{52DF74E0-788E-4B5F-B42A-6777E3C08A79}" dt="2025-12-10T05:40:08.353" v="860" actId="14100"/>
          <ac:spMkLst>
            <pc:docMk/>
            <pc:sldMk cId="549948314" sldId="262"/>
            <ac:spMk id="17" creationId="{9F41973D-9AAE-CE97-2D4A-0F8E22EC5853}"/>
          </ac:spMkLst>
        </pc:spChg>
        <pc:spChg chg="add mod">
          <ac:chgData name="Moore, Izzy" userId="ea218641-bf08-4cd3-8df8-119adb943259" providerId="ADAL" clId="{52DF74E0-788E-4B5F-B42A-6777E3C08A79}" dt="2025-12-10T05:50:23.306" v="1027" actId="1076"/>
          <ac:spMkLst>
            <pc:docMk/>
            <pc:sldMk cId="549948314" sldId="262"/>
            <ac:spMk id="18" creationId="{2A0B639B-682A-4DD6-52EB-0E98563B7346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19" creationId="{25CFB545-20AD-1FAA-11DC-899118D7C728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20" creationId="{4BD8816F-A667-C292-6E6E-DBEA0CD80520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21" creationId="{8687A948-E594-C53C-D604-2C4508A9D9FB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22" creationId="{083B3B52-0625-2E45-FB90-8645D817BF46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23" creationId="{179FDD22-3C2C-755B-3B66-DE4E00872222}"/>
          </ac:spMkLst>
        </pc:spChg>
        <pc:spChg chg="add del">
          <ac:chgData name="Moore, Izzy" userId="ea218641-bf08-4cd3-8df8-119adb943259" providerId="ADAL" clId="{52DF74E0-788E-4B5F-B42A-6777E3C08A79}" dt="2025-12-10T05:44:16.103" v="941" actId="478"/>
          <ac:spMkLst>
            <pc:docMk/>
            <pc:sldMk cId="549948314" sldId="262"/>
            <ac:spMk id="37" creationId="{0C57006D-6F95-F870-9BFE-C9B505C9A718}"/>
          </ac:spMkLst>
        </pc:spChg>
        <pc:spChg chg="add mod">
          <ac:chgData name="Moore, Izzy" userId="ea218641-bf08-4cd3-8df8-119adb943259" providerId="ADAL" clId="{52DF74E0-788E-4B5F-B42A-6777E3C08A79}" dt="2025-12-10T05:49:37.604" v="992" actId="208"/>
          <ac:spMkLst>
            <pc:docMk/>
            <pc:sldMk cId="549948314" sldId="262"/>
            <ac:spMk id="38" creationId="{573274FF-CC3C-EA58-0A62-5B2A6F259E84}"/>
          </ac:spMkLst>
        </pc:spChg>
        <pc:spChg chg="add del">
          <ac:chgData name="Moore, Izzy" userId="ea218641-bf08-4cd3-8df8-119adb943259" providerId="ADAL" clId="{52DF74E0-788E-4B5F-B42A-6777E3C08A79}" dt="2025-12-10T05:45:07.622" v="946" actId="478"/>
          <ac:spMkLst>
            <pc:docMk/>
            <pc:sldMk cId="549948314" sldId="262"/>
            <ac:spMk id="39" creationId="{D3E254E8-260A-CA46-7D5D-3CBE2945BED9}"/>
          </ac:spMkLst>
        </pc:spChg>
        <pc:spChg chg="add mod">
          <ac:chgData name="Moore, Izzy" userId="ea218641-bf08-4cd3-8df8-119adb943259" providerId="ADAL" clId="{52DF74E0-788E-4B5F-B42A-6777E3C08A79}" dt="2025-12-10T05:49:28.078" v="991" actId="208"/>
          <ac:spMkLst>
            <pc:docMk/>
            <pc:sldMk cId="549948314" sldId="262"/>
            <ac:spMk id="40" creationId="{ED42BE25-5CD7-8AB8-D559-10B44CBB1CC9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41" creationId="{B435C045-2E5E-4842-39E0-BEA0C32AEF4F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42" creationId="{2371ECED-B402-70F8-7B60-AA38741249A8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43" creationId="{5B6864B3-8C0C-B92A-4E32-75240C780C55}"/>
          </ac:spMkLst>
        </pc:spChg>
        <pc:spChg chg="add mod">
          <ac:chgData name="Moore, Izzy" userId="ea218641-bf08-4cd3-8df8-119adb943259" providerId="ADAL" clId="{52DF74E0-788E-4B5F-B42A-6777E3C08A79}" dt="2025-12-10T06:14:38.182" v="1244" actId="1076"/>
          <ac:spMkLst>
            <pc:docMk/>
            <pc:sldMk cId="549948314" sldId="262"/>
            <ac:spMk id="44" creationId="{F2E98C4B-D863-0D0B-6181-7431D967B028}"/>
          </ac:spMkLst>
        </pc:spChg>
        <pc:spChg chg="mod">
          <ac:chgData name="Moore, Izzy" userId="ea218641-bf08-4cd3-8df8-119adb943259" providerId="ADAL" clId="{52DF74E0-788E-4B5F-B42A-6777E3C08A79}" dt="2025-12-10T06:42:30.238" v="1583" actId="1076"/>
          <ac:spMkLst>
            <pc:docMk/>
            <pc:sldMk cId="549948314" sldId="262"/>
            <ac:spMk id="46" creationId="{AB2A6B7C-BBD4-2237-A409-466B843E7C44}"/>
          </ac:spMkLst>
        </pc:spChg>
        <pc:picChg chg="mod">
          <ac:chgData name="Moore, Izzy" userId="ea218641-bf08-4cd3-8df8-119adb943259" providerId="ADAL" clId="{52DF74E0-788E-4B5F-B42A-6777E3C08A79}" dt="2025-12-10T06:42:30.238" v="1583" actId="1076"/>
          <ac:picMkLst>
            <pc:docMk/>
            <pc:sldMk cId="549948314" sldId="262"/>
            <ac:picMk id="5" creationId="{56BB7619-2D27-32CF-7692-32103BB60B00}"/>
          </ac:picMkLst>
        </pc:picChg>
        <pc:picChg chg="mod">
          <ac:chgData name="Moore, Izzy" userId="ea218641-bf08-4cd3-8df8-119adb943259" providerId="ADAL" clId="{52DF74E0-788E-4B5F-B42A-6777E3C08A79}" dt="2025-12-10T06:42:30.238" v="1583" actId="1076"/>
          <ac:picMkLst>
            <pc:docMk/>
            <pc:sldMk cId="549948314" sldId="262"/>
            <ac:picMk id="7" creationId="{297A7F9E-66C1-D476-7418-D73320003047}"/>
          </ac:picMkLst>
        </pc:picChg>
        <pc:picChg chg="add del mod">
          <ac:chgData name="Moore, Izzy" userId="ea218641-bf08-4cd3-8df8-119adb943259" providerId="ADAL" clId="{52DF74E0-788E-4B5F-B42A-6777E3C08A79}" dt="2025-12-10T04:09:02.679" v="798" actId="478"/>
          <ac:picMkLst>
            <pc:docMk/>
            <pc:sldMk cId="549948314" sldId="262"/>
            <ac:picMk id="8" creationId="{4C55A171-EA1E-0B44-D725-467B14832904}"/>
          </ac:picMkLst>
        </pc:picChg>
        <pc:picChg chg="mod">
          <ac:chgData name="Moore, Izzy" userId="ea218641-bf08-4cd3-8df8-119adb943259" providerId="ADAL" clId="{52DF74E0-788E-4B5F-B42A-6777E3C08A79}" dt="2025-12-10T06:42:30.238" v="1583" actId="1076"/>
          <ac:picMkLst>
            <pc:docMk/>
            <pc:sldMk cId="549948314" sldId="262"/>
            <ac:picMk id="9" creationId="{FEBE33FA-DA5A-2573-ECE4-8739B6201C49}"/>
          </ac:picMkLst>
        </pc:picChg>
        <pc:picChg chg="add del mod">
          <ac:chgData name="Moore, Izzy" userId="ea218641-bf08-4cd3-8df8-119adb943259" providerId="ADAL" clId="{52DF74E0-788E-4B5F-B42A-6777E3C08A79}" dt="2025-12-10T06:42:30.238" v="1583" actId="1076"/>
          <ac:picMkLst>
            <pc:docMk/>
            <pc:sldMk cId="549948314" sldId="262"/>
            <ac:picMk id="11" creationId="{1E13C3FE-60A1-06F3-6CC6-AE615CCA917C}"/>
          </ac:picMkLst>
        </pc:picChg>
        <pc:picChg chg="mod">
          <ac:chgData name="Moore, Izzy" userId="ea218641-bf08-4cd3-8df8-119adb943259" providerId="ADAL" clId="{52DF74E0-788E-4B5F-B42A-6777E3C08A79}" dt="2025-12-10T06:42:30.238" v="1583" actId="1076"/>
          <ac:picMkLst>
            <pc:docMk/>
            <pc:sldMk cId="549948314" sldId="262"/>
            <ac:picMk id="13" creationId="{C6983895-02B3-B46A-8426-88DFCA02428F}"/>
          </ac:picMkLst>
        </pc:picChg>
        <pc:cxnChg chg="add del mod">
          <ac:chgData name="Moore, Izzy" userId="ea218641-bf08-4cd3-8df8-119adb943259" providerId="ADAL" clId="{52DF74E0-788E-4B5F-B42A-6777E3C08A79}" dt="2025-12-10T05:43:12.598" v="936" actId="478"/>
          <ac:cxnSpMkLst>
            <pc:docMk/>
            <pc:sldMk cId="549948314" sldId="262"/>
            <ac:cxnSpMk id="25" creationId="{91319AD9-B491-BFA3-732D-A3B57011D4BD}"/>
          </ac:cxnSpMkLst>
        </pc:cxnChg>
        <pc:cxnChg chg="add del mod">
          <ac:chgData name="Moore, Izzy" userId="ea218641-bf08-4cd3-8df8-119adb943259" providerId="ADAL" clId="{52DF74E0-788E-4B5F-B42A-6777E3C08A79}" dt="2025-12-10T05:43:29.874" v="939" actId="478"/>
          <ac:cxnSpMkLst>
            <pc:docMk/>
            <pc:sldMk cId="549948314" sldId="262"/>
            <ac:cxnSpMk id="35" creationId="{D1994459-0904-340F-3566-BAB922E1A925}"/>
          </ac:cxnSpMkLst>
        </pc:cxnChg>
      </pc:sldChg>
      <pc:sldChg chg="modSp">
        <pc:chgData name="Moore, Izzy" userId="ea218641-bf08-4cd3-8df8-119adb943259" providerId="ADAL" clId="{52DF74E0-788E-4B5F-B42A-6777E3C08A79}" dt="2025-12-11T00:50:46.286" v="2028" actId="20577"/>
        <pc:sldMkLst>
          <pc:docMk/>
          <pc:sldMk cId="250723908" sldId="264"/>
        </pc:sldMkLst>
        <pc:spChg chg="mod">
          <ac:chgData name="Moore, Izzy" userId="ea218641-bf08-4cd3-8df8-119adb943259" providerId="ADAL" clId="{52DF74E0-788E-4B5F-B42A-6777E3C08A79}" dt="2025-12-11T00:50:46.286" v="2028" actId="20577"/>
          <ac:spMkLst>
            <pc:docMk/>
            <pc:sldMk cId="250723908" sldId="264"/>
            <ac:spMk id="6" creationId="{A47D6813-D53F-074C-8F65-8B588F285DA6}"/>
          </ac:spMkLst>
        </pc:spChg>
      </pc:sldChg>
      <pc:sldChg chg="addSp modSp mod">
        <pc:chgData name="Moore, Izzy" userId="ea218641-bf08-4cd3-8df8-119adb943259" providerId="ADAL" clId="{52DF74E0-788E-4B5F-B42A-6777E3C08A79}" dt="2025-12-10T09:01:27.077" v="1779" actId="1076"/>
        <pc:sldMkLst>
          <pc:docMk/>
          <pc:sldMk cId="4040739669" sldId="266"/>
        </pc:sldMkLst>
        <pc:spChg chg="mod">
          <ac:chgData name="Moore, Izzy" userId="ea218641-bf08-4cd3-8df8-119adb943259" providerId="ADAL" clId="{52DF74E0-788E-4B5F-B42A-6777E3C08A79}" dt="2025-12-10T08:48:07.773" v="1761" actId="1076"/>
          <ac:spMkLst>
            <pc:docMk/>
            <pc:sldMk cId="4040739669" sldId="266"/>
            <ac:spMk id="2" creationId="{2B51200D-E03D-675C-6952-64AD5C3C9A26}"/>
          </ac:spMkLst>
        </pc:spChg>
        <pc:picChg chg="add mod">
          <ac:chgData name="Moore, Izzy" userId="ea218641-bf08-4cd3-8df8-119adb943259" providerId="ADAL" clId="{52DF74E0-788E-4B5F-B42A-6777E3C08A79}" dt="2025-12-10T09:01:27.077" v="1779" actId="1076"/>
          <ac:picMkLst>
            <pc:docMk/>
            <pc:sldMk cId="4040739669" sldId="266"/>
            <ac:picMk id="6" creationId="{6F6E6864-2F27-1DEC-C70D-3B3A01D8F8BA}"/>
          </ac:picMkLst>
        </pc:picChg>
        <pc:picChg chg="add mod">
          <ac:chgData name="Moore, Izzy" userId="ea218641-bf08-4cd3-8df8-119adb943259" providerId="ADAL" clId="{52DF74E0-788E-4B5F-B42A-6777E3C08A79}" dt="2025-12-10T09:01:25.230" v="1778" actId="1076"/>
          <ac:picMkLst>
            <pc:docMk/>
            <pc:sldMk cId="4040739669" sldId="266"/>
            <ac:picMk id="7" creationId="{59BF9929-A451-1A73-ECF0-4E760698089A}"/>
          </ac:picMkLst>
        </pc:picChg>
        <pc:picChg chg="add mod">
          <ac:chgData name="Moore, Izzy" userId="ea218641-bf08-4cd3-8df8-119adb943259" providerId="ADAL" clId="{52DF74E0-788E-4B5F-B42A-6777E3C08A79}" dt="2025-12-10T09:01:12.777" v="1774" actId="1076"/>
          <ac:picMkLst>
            <pc:docMk/>
            <pc:sldMk cId="4040739669" sldId="266"/>
            <ac:picMk id="9" creationId="{F1AC06E9-5074-267D-FBD2-BE25675B7D6F}"/>
          </ac:picMkLst>
        </pc:picChg>
        <pc:picChg chg="add mod">
          <ac:chgData name="Moore, Izzy" userId="ea218641-bf08-4cd3-8df8-119adb943259" providerId="ADAL" clId="{52DF74E0-788E-4B5F-B42A-6777E3C08A79}" dt="2025-12-10T09:01:18.327" v="1776" actId="1076"/>
          <ac:picMkLst>
            <pc:docMk/>
            <pc:sldMk cId="4040739669" sldId="266"/>
            <ac:picMk id="11" creationId="{DB87B2DA-DD5C-C75A-9850-89A3417C834B}"/>
          </ac:picMkLst>
        </pc:picChg>
      </pc:sldChg>
      <pc:sldChg chg="modSp mod">
        <pc:chgData name="Moore, Izzy" userId="ea218641-bf08-4cd3-8df8-119adb943259" providerId="ADAL" clId="{52DF74E0-788E-4B5F-B42A-6777E3C08A79}" dt="2025-12-10T06:17:17.722" v="1329" actId="1038"/>
        <pc:sldMkLst>
          <pc:docMk/>
          <pc:sldMk cId="435826731" sldId="267"/>
        </pc:sldMkLst>
        <pc:spChg chg="mod">
          <ac:chgData name="Moore, Izzy" userId="ea218641-bf08-4cd3-8df8-119adb943259" providerId="ADAL" clId="{52DF74E0-788E-4B5F-B42A-6777E3C08A79}" dt="2025-12-10T06:17:10.550" v="1310" actId="1076"/>
          <ac:spMkLst>
            <pc:docMk/>
            <pc:sldMk cId="435826731" sldId="267"/>
            <ac:spMk id="2" creationId="{67DFC90D-8BF3-BA00-2A8D-F03B05BD4F98}"/>
          </ac:spMkLst>
        </pc:spChg>
        <pc:picChg chg="mod">
          <ac:chgData name="Moore, Izzy" userId="ea218641-bf08-4cd3-8df8-119adb943259" providerId="ADAL" clId="{52DF74E0-788E-4B5F-B42A-6777E3C08A79}" dt="2025-12-10T06:17:07.154" v="1309" actId="1037"/>
          <ac:picMkLst>
            <pc:docMk/>
            <pc:sldMk cId="435826731" sldId="267"/>
            <ac:picMk id="5" creationId="{CB66F943-491D-DF2E-8795-D2A924C2E2C0}"/>
          </ac:picMkLst>
        </pc:picChg>
        <pc:picChg chg="mod">
          <ac:chgData name="Moore, Izzy" userId="ea218641-bf08-4cd3-8df8-119adb943259" providerId="ADAL" clId="{52DF74E0-788E-4B5F-B42A-6777E3C08A79}" dt="2025-12-10T06:17:05.354" v="1303" actId="1038"/>
          <ac:picMkLst>
            <pc:docMk/>
            <pc:sldMk cId="435826731" sldId="267"/>
            <ac:picMk id="7" creationId="{F3FA5C9C-6C23-D0B5-5524-EF8574BCD652}"/>
          </ac:picMkLst>
        </pc:picChg>
        <pc:picChg chg="mod">
          <ac:chgData name="Moore, Izzy" userId="ea218641-bf08-4cd3-8df8-119adb943259" providerId="ADAL" clId="{52DF74E0-788E-4B5F-B42A-6777E3C08A79}" dt="2025-12-10T06:17:12.047" v="1314" actId="1038"/>
          <ac:picMkLst>
            <pc:docMk/>
            <pc:sldMk cId="435826731" sldId="267"/>
            <ac:picMk id="9" creationId="{DFE4FD24-16F4-1814-71D7-201D8533CC8B}"/>
          </ac:picMkLst>
        </pc:picChg>
        <pc:picChg chg="mod">
          <ac:chgData name="Moore, Izzy" userId="ea218641-bf08-4cd3-8df8-119adb943259" providerId="ADAL" clId="{52DF74E0-788E-4B5F-B42A-6777E3C08A79}" dt="2025-12-10T06:17:13.750" v="1318" actId="1038"/>
          <ac:picMkLst>
            <pc:docMk/>
            <pc:sldMk cId="435826731" sldId="267"/>
            <ac:picMk id="21" creationId="{6A1DCAD7-60D4-6212-2B2D-8356E15670FA}"/>
          </ac:picMkLst>
        </pc:picChg>
        <pc:picChg chg="mod">
          <ac:chgData name="Moore, Izzy" userId="ea218641-bf08-4cd3-8df8-119adb943259" providerId="ADAL" clId="{52DF74E0-788E-4B5F-B42A-6777E3C08A79}" dt="2025-12-10T06:17:15.511" v="1322" actId="1038"/>
          <ac:picMkLst>
            <pc:docMk/>
            <pc:sldMk cId="435826731" sldId="267"/>
            <ac:picMk id="23" creationId="{D99A310F-2A30-4A1F-6186-6E71F83F0C1C}"/>
          </ac:picMkLst>
        </pc:picChg>
        <pc:picChg chg="mod">
          <ac:chgData name="Moore, Izzy" userId="ea218641-bf08-4cd3-8df8-119adb943259" providerId="ADAL" clId="{52DF74E0-788E-4B5F-B42A-6777E3C08A79}" dt="2025-12-10T06:17:17.722" v="1329" actId="1038"/>
          <ac:picMkLst>
            <pc:docMk/>
            <pc:sldMk cId="435826731" sldId="267"/>
            <ac:picMk id="25" creationId="{3EAB7213-75C7-B410-78D9-20B90BB22950}"/>
          </ac:picMkLst>
        </pc:picChg>
      </pc:sldChg>
      <pc:sldChg chg="addSp delSp modSp del mod ord setBg delDesignElem chgLayout">
        <pc:chgData name="Moore, Izzy" userId="ea218641-bf08-4cd3-8df8-119adb943259" providerId="ADAL" clId="{52DF74E0-788E-4B5F-B42A-6777E3C08A79}" dt="2025-12-10T03:18:57.867" v="440" actId="47"/>
        <pc:sldMkLst>
          <pc:docMk/>
          <pc:sldMk cId="2543569912" sldId="268"/>
        </pc:sldMkLst>
        <pc:spChg chg="mod ord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2" creationId="{826F8C33-BF0E-5ADD-DE20-A1136A0DC25F}"/>
          </ac:spMkLst>
        </pc:spChg>
        <pc:spChg chg="add del mod">
          <ac:chgData name="Moore, Izzy" userId="ea218641-bf08-4cd3-8df8-119adb943259" providerId="ADAL" clId="{52DF74E0-788E-4B5F-B42A-6777E3C08A79}" dt="2025-12-10T03:10:53.753" v="345" actId="6264"/>
          <ac:spMkLst>
            <pc:docMk/>
            <pc:sldMk cId="2543569912" sldId="268"/>
            <ac:spMk id="3" creationId="{43EA96D6-0B89-2970-2538-36DF841EADB8}"/>
          </ac:spMkLst>
        </pc:spChg>
        <pc:spChg chg="add del mod">
          <ac:chgData name="Moore, Izzy" userId="ea218641-bf08-4cd3-8df8-119adb943259" providerId="ADAL" clId="{52DF74E0-788E-4B5F-B42A-6777E3C08A79}" dt="2025-12-10T03:10:53.753" v="345" actId="6264"/>
          <ac:spMkLst>
            <pc:docMk/>
            <pc:sldMk cId="2543569912" sldId="268"/>
            <ac:spMk id="5" creationId="{FAC28AD5-A539-8D94-56FB-F6262CB7EA7F}"/>
          </ac:spMkLst>
        </pc:spChg>
        <pc:spChg chg="mod ord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6" creationId="{2649CE9A-4532-78BC-BCEF-54A877C67EE1}"/>
          </ac:spMkLst>
        </pc:spChg>
        <pc:spChg chg="del mod">
          <ac:chgData name="Moore, Izzy" userId="ea218641-bf08-4cd3-8df8-119adb943259" providerId="ADAL" clId="{52DF74E0-788E-4B5F-B42A-6777E3C08A79}" dt="2025-12-10T03:08:45.561" v="295" actId="21"/>
          <ac:spMkLst>
            <pc:docMk/>
            <pc:sldMk cId="2543569912" sldId="268"/>
            <ac:spMk id="7" creationId="{E12FDE0F-1239-657A-1667-374E1C92FED6}"/>
          </ac:spMkLst>
        </pc:spChg>
        <pc:spChg chg="add del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8" creationId="{1A3C89F8-0D2F-47FF-B903-151248265F47}"/>
          </ac:spMkLst>
        </pc:spChg>
        <pc:spChg chg="add del mod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9" creationId="{65F49707-B1FE-C341-33E7-8AC28CFEE62A}"/>
          </ac:spMkLst>
        </pc:spChg>
        <pc:spChg chg="add del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10" creationId="{C5CB530E-515E-412C-9DF1-5F8FFBD6F383}"/>
          </ac:spMkLst>
        </pc:spChg>
        <pc:spChg chg="add del mod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11" creationId="{3D0C9F32-F1E7-DA6D-64D1-279E59C036C9}"/>
          </ac:spMkLst>
        </pc:spChg>
        <pc:spChg chg="add del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12" creationId="{712D4376-A578-4FF1-94FC-245E7A6A489F}"/>
          </ac:spMkLst>
        </pc:spChg>
        <pc:spChg chg="add del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18" creationId="{508BEF50-7B1E-49A4-BC19-5F4F1D755E64}"/>
          </ac:spMkLst>
        </pc:spChg>
        <pc:spChg chg="add del">
          <ac:chgData name="Moore, Izzy" userId="ea218641-bf08-4cd3-8df8-119adb943259" providerId="ADAL" clId="{52DF74E0-788E-4B5F-B42A-6777E3C08A79}" dt="2025-12-10T03:10:53.207" v="344" actId="26606"/>
          <ac:spMkLst>
            <pc:docMk/>
            <pc:sldMk cId="2543569912" sldId="268"/>
            <ac:spMk id="19" creationId="{A2679492-7988-4050-9056-542444452411}"/>
          </ac:spMkLst>
        </pc:spChg>
        <pc:spChg chg="add del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20" creationId="{3FBAD350-5664-4811-A208-657FB882D350}"/>
          </ac:spMkLst>
        </pc:spChg>
        <pc:spChg chg="add del">
          <ac:chgData name="Moore, Izzy" userId="ea218641-bf08-4cd3-8df8-119adb943259" providerId="ADAL" clId="{52DF74E0-788E-4B5F-B42A-6777E3C08A79}" dt="2025-12-10T03:10:53.207" v="344" actId="26606"/>
          <ac:spMkLst>
            <pc:docMk/>
            <pc:sldMk cId="2543569912" sldId="268"/>
            <ac:spMk id="21" creationId="{B091B163-7D61-4891-ABCF-5C13D9C418D0}"/>
          </ac:spMkLst>
        </pc:spChg>
        <pc:spChg chg="add del">
          <ac:chgData name="Moore, Izzy" userId="ea218641-bf08-4cd3-8df8-119adb943259" providerId="ADAL" clId="{52DF74E0-788E-4B5F-B42A-6777E3C08A79}" dt="2025-12-10T03:14:41.613" v="405" actId="6264"/>
          <ac:spMkLst>
            <pc:docMk/>
            <pc:sldMk cId="2543569912" sldId="268"/>
            <ac:spMk id="22" creationId="{C39ADB8F-D187-49D7-BDCF-C1B6DC727068}"/>
          </ac:spMkLst>
        </pc:spChg>
        <pc:spChg chg="add del">
          <ac:chgData name="Moore, Izzy" userId="ea218641-bf08-4cd3-8df8-119adb943259" providerId="ADAL" clId="{52DF74E0-788E-4B5F-B42A-6777E3C08A79}" dt="2025-12-10T03:11:11.464" v="349" actId="26606"/>
          <ac:spMkLst>
            <pc:docMk/>
            <pc:sldMk cId="2543569912" sldId="268"/>
            <ac:spMk id="27" creationId="{815925C2-A704-4D47-B1C1-3FCA52512EC1}"/>
          </ac:spMkLst>
        </pc:spChg>
        <pc:spChg chg="add del">
          <ac:chgData name="Moore, Izzy" userId="ea218641-bf08-4cd3-8df8-119adb943259" providerId="ADAL" clId="{52DF74E0-788E-4B5F-B42A-6777E3C08A79}" dt="2025-12-10T03:11:11.464" v="349" actId="26606"/>
          <ac:spMkLst>
            <pc:docMk/>
            <pc:sldMk cId="2543569912" sldId="268"/>
            <ac:spMk id="29" creationId="{01D4315C-C23C-4FD3-98DF-08C29E2292A8}"/>
          </ac:spMkLst>
        </pc:spChg>
        <pc:grpChg chg="add del">
          <ac:chgData name="Moore, Izzy" userId="ea218641-bf08-4cd3-8df8-119adb943259" providerId="ADAL" clId="{52DF74E0-788E-4B5F-B42A-6777E3C08A79}" dt="2025-12-10T03:10:53.207" v="344" actId="26606"/>
          <ac:grpSpMkLst>
            <pc:docMk/>
            <pc:sldMk cId="2543569912" sldId="268"/>
            <ac:grpSpMk id="15" creationId="{0474DF76-993E-44DE-AFB0-C416182ACECF}"/>
          </ac:grpSpMkLst>
        </pc:grpChg>
        <pc:picChg chg="del mod">
          <ac:chgData name="Moore, Izzy" userId="ea218641-bf08-4cd3-8df8-119adb943259" providerId="ADAL" clId="{52DF74E0-788E-4B5F-B42A-6777E3C08A79}" dt="2025-12-10T03:08:45.561" v="295" actId="21"/>
          <ac:picMkLst>
            <pc:docMk/>
            <pc:sldMk cId="2543569912" sldId="268"/>
            <ac:picMk id="4" creationId="{721D565C-67D4-0E0E-D8AE-B03214433EBE}"/>
          </ac:picMkLst>
        </pc:picChg>
        <pc:cxnChg chg="add del">
          <ac:chgData name="Moore, Izzy" userId="ea218641-bf08-4cd3-8df8-119adb943259" providerId="ADAL" clId="{52DF74E0-788E-4B5F-B42A-6777E3C08A79}" dt="2025-12-10T03:10:53.207" v="344" actId="26606"/>
          <ac:cxnSpMkLst>
            <pc:docMk/>
            <pc:sldMk cId="2543569912" sldId="268"/>
            <ac:cxnSpMk id="25" creationId="{C49DA8F6-BCC1-4447-B54C-57856834B94B}"/>
          </ac:cxnSpMkLst>
        </pc:cxnChg>
      </pc:sldChg>
      <pc:sldChg chg="addSp delSp modSp add mod modAnim delDesignElem chgLayout">
        <pc:chgData name="Moore, Izzy" userId="ea218641-bf08-4cd3-8df8-119adb943259" providerId="ADAL" clId="{52DF74E0-788E-4B5F-B42A-6777E3C08A79}" dt="2025-12-10T06:50:38.515" v="1642" actId="1038"/>
        <pc:sldMkLst>
          <pc:docMk/>
          <pc:sldMk cId="497451224" sldId="269"/>
        </pc:sldMkLst>
        <pc:spChg chg="mod ord">
          <ac:chgData name="Moore, Izzy" userId="ea218641-bf08-4cd3-8df8-119adb943259" providerId="ADAL" clId="{52DF74E0-788E-4B5F-B42A-6777E3C08A79}" dt="2025-12-10T03:17:30.005" v="437" actId="207"/>
          <ac:spMkLst>
            <pc:docMk/>
            <pc:sldMk cId="497451224" sldId="269"/>
            <ac:spMk id="2" creationId="{BE11E8EB-9BE6-FF11-090F-A4CD51355860}"/>
          </ac:spMkLst>
        </pc:spChg>
        <pc:spChg chg="add del mod">
          <ac:chgData name="Moore, Izzy" userId="ea218641-bf08-4cd3-8df8-119adb943259" providerId="ADAL" clId="{52DF74E0-788E-4B5F-B42A-6777E3C08A79}" dt="2025-12-10T03:15:12.335" v="407" actId="6264"/>
          <ac:spMkLst>
            <pc:docMk/>
            <pc:sldMk cId="497451224" sldId="269"/>
            <ac:spMk id="4" creationId="{BCE90181-E8F0-A047-1818-F34FCE464994}"/>
          </ac:spMkLst>
        </pc:spChg>
        <pc:spChg chg="mod ord">
          <ac:chgData name="Moore, Izzy" userId="ea218641-bf08-4cd3-8df8-119adb943259" providerId="ADAL" clId="{52DF74E0-788E-4B5F-B42A-6777E3C08A79}" dt="2025-12-10T03:19:53.616" v="461" actId="1076"/>
          <ac:spMkLst>
            <pc:docMk/>
            <pc:sldMk cId="497451224" sldId="269"/>
            <ac:spMk id="6" creationId="{538BFA34-8F01-194A-9E8E-86906FFDC957}"/>
          </ac:spMkLst>
        </pc:spChg>
        <pc:spChg chg="add del">
          <ac:chgData name="Moore, Izzy" userId="ea218641-bf08-4cd3-8df8-119adb943259" providerId="ADAL" clId="{52DF74E0-788E-4B5F-B42A-6777E3C08A79}" dt="2025-12-10T03:15:58.070" v="419" actId="22"/>
          <ac:spMkLst>
            <pc:docMk/>
            <pc:sldMk cId="497451224" sldId="269"/>
            <ac:spMk id="7" creationId="{2BB005FD-E409-E571-B781-9C04EE3B9791}"/>
          </ac:spMkLst>
        </pc:spChg>
        <pc:spChg chg="del">
          <ac:chgData name="Moore, Izzy" userId="ea218641-bf08-4cd3-8df8-119adb943259" providerId="ADAL" clId="{52DF74E0-788E-4B5F-B42A-6777E3C08A79}" dt="2025-12-10T03:15:12.335" v="407" actId="6264"/>
          <ac:spMkLst>
            <pc:docMk/>
            <pc:sldMk cId="497451224" sldId="269"/>
            <ac:spMk id="8" creationId="{DFF80903-AF06-C2F8-F50E-8820AB774DB9}"/>
          </ac:spMkLst>
        </pc:spChg>
        <pc:spChg chg="del">
          <ac:chgData name="Moore, Izzy" userId="ea218641-bf08-4cd3-8df8-119adb943259" providerId="ADAL" clId="{52DF74E0-788E-4B5F-B42A-6777E3C08A79}" dt="2025-12-10T03:15:12.335" v="407" actId="6264"/>
          <ac:spMkLst>
            <pc:docMk/>
            <pc:sldMk cId="497451224" sldId="269"/>
            <ac:spMk id="10" creationId="{D7698CC3-C870-312E-DA8B-33DDA3E70F31}"/>
          </ac:spMkLst>
        </pc:spChg>
        <pc:spChg chg="del">
          <ac:chgData name="Moore, Izzy" userId="ea218641-bf08-4cd3-8df8-119adb943259" providerId="ADAL" clId="{52DF74E0-788E-4B5F-B42A-6777E3C08A79}" dt="2025-12-10T03:15:12.335" v="407" actId="6264"/>
          <ac:spMkLst>
            <pc:docMk/>
            <pc:sldMk cId="497451224" sldId="269"/>
            <ac:spMk id="12" creationId="{CA303CF0-B0C9-390E-FF58-8E0F1D54C3A2}"/>
          </ac:spMkLst>
        </pc:spChg>
        <pc:spChg chg="add mod topLvl">
          <ac:chgData name="Moore, Izzy" userId="ea218641-bf08-4cd3-8df8-119adb943259" providerId="ADAL" clId="{52DF74E0-788E-4B5F-B42A-6777E3C08A79}" dt="2025-12-10T06:47:37.379" v="1621" actId="164"/>
          <ac:spMkLst>
            <pc:docMk/>
            <pc:sldMk cId="497451224" sldId="269"/>
            <ac:spMk id="13" creationId="{20BF19EE-7DFD-0403-174D-6859C01E5EC3}"/>
          </ac:spMkLst>
        </pc:spChg>
        <pc:spChg chg="del">
          <ac:chgData name="Moore, Izzy" userId="ea218641-bf08-4cd3-8df8-119adb943259" providerId="ADAL" clId="{52DF74E0-788E-4B5F-B42A-6777E3C08A79}" dt="2025-12-10T03:15:12.335" v="407" actId="6264"/>
          <ac:spMkLst>
            <pc:docMk/>
            <pc:sldMk cId="497451224" sldId="269"/>
            <ac:spMk id="14" creationId="{DB5A0DD2-4048-22B1-D7A1-CA09A1A1D1DC}"/>
          </ac:spMkLst>
        </pc:spChg>
        <pc:spChg chg="add del">
          <ac:chgData name="Moore, Izzy" userId="ea218641-bf08-4cd3-8df8-119adb943259" providerId="ADAL" clId="{52DF74E0-788E-4B5F-B42A-6777E3C08A79}" dt="2025-12-10T03:18:44.781" v="439" actId="11529"/>
          <ac:spMkLst>
            <pc:docMk/>
            <pc:sldMk cId="497451224" sldId="269"/>
            <ac:spMk id="15" creationId="{A5892845-5756-E48E-2461-05E6613CEDA0}"/>
          </ac:spMkLst>
        </pc:spChg>
        <pc:spChg chg="add mod ord topLvl">
          <ac:chgData name="Moore, Izzy" userId="ea218641-bf08-4cd3-8df8-119adb943259" providerId="ADAL" clId="{52DF74E0-788E-4B5F-B42A-6777E3C08A79}" dt="2025-12-10T06:47:37.379" v="1621" actId="164"/>
          <ac:spMkLst>
            <pc:docMk/>
            <pc:sldMk cId="497451224" sldId="269"/>
            <ac:spMk id="17" creationId="{D2AA78C2-C953-B83B-9000-E39FBFD21E11}"/>
          </ac:spMkLst>
        </pc:spChg>
        <pc:spChg chg="del">
          <ac:chgData name="Moore, Izzy" userId="ea218641-bf08-4cd3-8df8-119adb943259" providerId="ADAL" clId="{52DF74E0-788E-4B5F-B42A-6777E3C08A79}" dt="2025-12-10T03:15:12.335" v="407" actId="6264"/>
          <ac:spMkLst>
            <pc:docMk/>
            <pc:sldMk cId="497451224" sldId="269"/>
            <ac:spMk id="18" creationId="{1C22A246-126B-DE7E-448B-C12F7509E113}"/>
          </ac:spMkLst>
        </pc:spChg>
        <pc:spChg chg="add mod ord topLvl">
          <ac:chgData name="Moore, Izzy" userId="ea218641-bf08-4cd3-8df8-119adb943259" providerId="ADAL" clId="{52DF74E0-788E-4B5F-B42A-6777E3C08A79}" dt="2025-12-10T06:47:37.379" v="1621" actId="164"/>
          <ac:spMkLst>
            <pc:docMk/>
            <pc:sldMk cId="497451224" sldId="269"/>
            <ac:spMk id="19" creationId="{2ABEE49B-0AB8-CF26-2770-8D393CA274F9}"/>
          </ac:spMkLst>
        </pc:spChg>
        <pc:spChg chg="del">
          <ac:chgData name="Moore, Izzy" userId="ea218641-bf08-4cd3-8df8-119adb943259" providerId="ADAL" clId="{52DF74E0-788E-4B5F-B42A-6777E3C08A79}" dt="2025-12-10T03:15:12.335" v="407" actId="6264"/>
          <ac:spMkLst>
            <pc:docMk/>
            <pc:sldMk cId="497451224" sldId="269"/>
            <ac:spMk id="20" creationId="{69B00BDA-B422-3119-EA2E-E5BAB15D5B3D}"/>
          </ac:spMkLst>
        </pc:spChg>
        <pc:spChg chg="add mod topLvl">
          <ac:chgData name="Moore, Izzy" userId="ea218641-bf08-4cd3-8df8-119adb943259" providerId="ADAL" clId="{52DF74E0-788E-4B5F-B42A-6777E3C08A79}" dt="2025-12-10T06:47:37.379" v="1621" actId="164"/>
          <ac:spMkLst>
            <pc:docMk/>
            <pc:sldMk cId="497451224" sldId="269"/>
            <ac:spMk id="21" creationId="{AE4E218B-C3BC-1FB4-1DC8-97A3ABF8AC9C}"/>
          </ac:spMkLst>
        </pc:spChg>
        <pc:spChg chg="del">
          <ac:chgData name="Moore, Izzy" userId="ea218641-bf08-4cd3-8df8-119adb943259" providerId="ADAL" clId="{52DF74E0-788E-4B5F-B42A-6777E3C08A79}" dt="2025-12-10T03:15:12.335" v="407" actId="6264"/>
          <ac:spMkLst>
            <pc:docMk/>
            <pc:sldMk cId="497451224" sldId="269"/>
            <ac:spMk id="22" creationId="{26CB94D4-7909-0C41-D665-144CB83BE944}"/>
          </ac:spMkLst>
        </pc:spChg>
        <pc:spChg chg="add del mod">
          <ac:chgData name="Moore, Izzy" userId="ea218641-bf08-4cd3-8df8-119adb943259" providerId="ADAL" clId="{52DF74E0-788E-4B5F-B42A-6777E3C08A79}" dt="2025-12-10T06:41:58.793" v="1581" actId="478"/>
          <ac:spMkLst>
            <pc:docMk/>
            <pc:sldMk cId="497451224" sldId="269"/>
            <ac:spMk id="25" creationId="{64C675C9-ED60-C246-077D-BE961710D833}"/>
          </ac:spMkLst>
        </pc:spChg>
        <pc:grpChg chg="add del mod ord">
          <ac:chgData name="Moore, Izzy" userId="ea218641-bf08-4cd3-8df8-119adb943259" providerId="ADAL" clId="{52DF74E0-788E-4B5F-B42A-6777E3C08A79}" dt="2025-12-10T06:47:30.572" v="1620" actId="165"/>
          <ac:grpSpMkLst>
            <pc:docMk/>
            <pc:sldMk cId="497451224" sldId="269"/>
            <ac:grpSpMk id="26" creationId="{BD6A857C-5DF0-145F-591D-03D200075AAB}"/>
          </ac:grpSpMkLst>
        </pc:grpChg>
        <pc:grpChg chg="add mod ord">
          <ac:chgData name="Moore, Izzy" userId="ea218641-bf08-4cd3-8df8-119adb943259" providerId="ADAL" clId="{52DF74E0-788E-4B5F-B42A-6777E3C08A79}" dt="2025-12-10T06:50:38.515" v="1642" actId="1038"/>
          <ac:grpSpMkLst>
            <pc:docMk/>
            <pc:sldMk cId="497451224" sldId="269"/>
            <ac:grpSpMk id="27" creationId="{01491C55-E650-B534-A33D-D7BAFE9A41E8}"/>
          </ac:grpSpMkLst>
        </pc:grpChg>
        <pc:picChg chg="add mod ord topLvl">
          <ac:chgData name="Moore, Izzy" userId="ea218641-bf08-4cd3-8df8-119adb943259" providerId="ADAL" clId="{52DF74E0-788E-4B5F-B42A-6777E3C08A79}" dt="2025-12-10T06:50:38.515" v="1642" actId="1038"/>
          <ac:picMkLst>
            <pc:docMk/>
            <pc:sldMk cId="497451224" sldId="269"/>
            <ac:picMk id="11" creationId="{3DFEE053-2E4C-A22A-F9C5-DE3FB577EF9B}"/>
          </ac:picMkLst>
        </pc:picChg>
      </pc:sldChg>
      <pc:sldChg chg="addSp delSp modSp add mod addAnim delAnim modAnim">
        <pc:chgData name="Moore, Izzy" userId="ea218641-bf08-4cd3-8df8-119adb943259" providerId="ADAL" clId="{52DF74E0-788E-4B5F-B42A-6777E3C08A79}" dt="2025-12-10T07:03:44.549" v="1698" actId="1037"/>
        <pc:sldMkLst>
          <pc:docMk/>
          <pc:sldMk cId="107313818" sldId="270"/>
        </pc:sldMkLst>
        <pc:spChg chg="add mod">
          <ac:chgData name="Moore, Izzy" userId="ea218641-bf08-4cd3-8df8-119adb943259" providerId="ADAL" clId="{52DF74E0-788E-4B5F-B42A-6777E3C08A79}" dt="2025-12-10T03:40:28.421" v="478" actId="20577"/>
          <ac:spMkLst>
            <pc:docMk/>
            <pc:sldMk cId="107313818" sldId="270"/>
            <ac:spMk id="3" creationId="{F880C52E-CA0D-3883-43A6-F86D6BDFEC77}"/>
          </ac:spMkLst>
        </pc:spChg>
        <pc:spChg chg="add del mod">
          <ac:chgData name="Moore, Izzy" userId="ea218641-bf08-4cd3-8df8-119adb943259" providerId="ADAL" clId="{52DF74E0-788E-4B5F-B42A-6777E3C08A79}" dt="2025-12-10T06:50:45.375" v="1643" actId="164"/>
          <ac:spMkLst>
            <pc:docMk/>
            <pc:sldMk cId="107313818" sldId="270"/>
            <ac:spMk id="4" creationId="{D3E71873-C5A4-35F8-233F-4449FC2658A4}"/>
          </ac:spMkLst>
        </pc:spChg>
        <pc:spChg chg="add mod">
          <ac:chgData name="Moore, Izzy" userId="ea218641-bf08-4cd3-8df8-119adb943259" providerId="ADAL" clId="{52DF74E0-788E-4B5F-B42A-6777E3C08A79}" dt="2025-12-10T06:50:45.375" v="1643" actId="164"/>
          <ac:spMkLst>
            <pc:docMk/>
            <pc:sldMk cId="107313818" sldId="270"/>
            <ac:spMk id="5" creationId="{15313E10-37BD-CD1F-544F-6A9C23C284EE}"/>
          </ac:spMkLst>
        </pc:spChg>
        <pc:spChg chg="add mod">
          <ac:chgData name="Moore, Izzy" userId="ea218641-bf08-4cd3-8df8-119adb943259" providerId="ADAL" clId="{52DF74E0-788E-4B5F-B42A-6777E3C08A79}" dt="2025-12-10T06:57:33.665" v="1676" actId="1076"/>
          <ac:spMkLst>
            <pc:docMk/>
            <pc:sldMk cId="107313818" sldId="270"/>
            <ac:spMk id="10" creationId="{DB85C835-90AB-4ED0-8E5C-7C2067FFEFC7}"/>
          </ac:spMkLst>
        </pc:spChg>
        <pc:spChg chg="add mod">
          <ac:chgData name="Moore, Izzy" userId="ea218641-bf08-4cd3-8df8-119adb943259" providerId="ADAL" clId="{52DF74E0-788E-4B5F-B42A-6777E3C08A79}" dt="2025-12-10T06:57:33.665" v="1676" actId="1076"/>
          <ac:spMkLst>
            <pc:docMk/>
            <pc:sldMk cId="107313818" sldId="270"/>
            <ac:spMk id="12" creationId="{ACB53FE0-DAE5-9723-E091-04BED09A6CE5}"/>
          </ac:spMkLst>
        </pc:spChg>
        <pc:spChg chg="add mod topLvl">
          <ac:chgData name="Moore, Izzy" userId="ea218641-bf08-4cd3-8df8-119adb943259" providerId="ADAL" clId="{52DF74E0-788E-4B5F-B42A-6777E3C08A79}" dt="2025-12-10T06:56:28.789" v="1669" actId="164"/>
          <ac:spMkLst>
            <pc:docMk/>
            <pc:sldMk cId="107313818" sldId="270"/>
            <ac:spMk id="15" creationId="{B5B3B0FE-ECEC-A0CA-6F33-EE73E2306141}"/>
          </ac:spMkLst>
        </pc:spChg>
        <pc:spChg chg="add mod topLvl">
          <ac:chgData name="Moore, Izzy" userId="ea218641-bf08-4cd3-8df8-119adb943259" providerId="ADAL" clId="{52DF74E0-788E-4B5F-B42A-6777E3C08A79}" dt="2025-12-10T06:56:28.789" v="1669" actId="164"/>
          <ac:spMkLst>
            <pc:docMk/>
            <pc:sldMk cId="107313818" sldId="270"/>
            <ac:spMk id="16" creationId="{AB5E843A-E056-E198-9EA8-494746B4680D}"/>
          </ac:spMkLst>
        </pc:spChg>
        <pc:spChg chg="add mod">
          <ac:chgData name="Moore, Izzy" userId="ea218641-bf08-4cd3-8df8-119adb943259" providerId="ADAL" clId="{52DF74E0-788E-4B5F-B42A-6777E3C08A79}" dt="2025-12-10T06:56:49.591" v="1672" actId="1076"/>
          <ac:spMkLst>
            <pc:docMk/>
            <pc:sldMk cId="107313818" sldId="270"/>
            <ac:spMk id="18" creationId="{CDDA6082-A871-F938-7AEC-5F947A24DA88}"/>
          </ac:spMkLst>
        </pc:spChg>
        <pc:spChg chg="add mod">
          <ac:chgData name="Moore, Izzy" userId="ea218641-bf08-4cd3-8df8-119adb943259" providerId="ADAL" clId="{52DF74E0-788E-4B5F-B42A-6777E3C08A79}" dt="2025-12-10T06:56:49.591" v="1672" actId="1076"/>
          <ac:spMkLst>
            <pc:docMk/>
            <pc:sldMk cId="107313818" sldId="270"/>
            <ac:spMk id="19" creationId="{D5700C16-7D9D-8E1B-41A4-18B6A7D166CD}"/>
          </ac:spMkLst>
        </pc:spChg>
        <pc:grpChg chg="add mod">
          <ac:chgData name="Moore, Izzy" userId="ea218641-bf08-4cd3-8df8-119adb943259" providerId="ADAL" clId="{52DF74E0-788E-4B5F-B42A-6777E3C08A79}" dt="2025-12-10T07:03:44.549" v="1698" actId="1037"/>
          <ac:grpSpMkLst>
            <pc:docMk/>
            <pc:sldMk cId="107313818" sldId="270"/>
            <ac:grpSpMk id="9" creationId="{A7DF51A6-FBE6-89DA-67AC-D353F7DAD296}"/>
          </ac:grpSpMkLst>
        </pc:grpChg>
        <pc:grpChg chg="add mod topLvl">
          <ac:chgData name="Moore, Izzy" userId="ea218641-bf08-4cd3-8df8-119adb943259" providerId="ADAL" clId="{52DF74E0-788E-4B5F-B42A-6777E3C08A79}" dt="2025-12-10T06:56:19.928" v="1668" actId="165"/>
          <ac:grpSpMkLst>
            <pc:docMk/>
            <pc:sldMk cId="107313818" sldId="270"/>
            <ac:grpSpMk id="14" creationId="{B49DA2BD-FE0A-235D-12C9-3915C039D414}"/>
          </ac:grpSpMkLst>
        </pc:grpChg>
        <pc:grpChg chg="add del mod ord">
          <ac:chgData name="Moore, Izzy" userId="ea218641-bf08-4cd3-8df8-119adb943259" providerId="ADAL" clId="{52DF74E0-788E-4B5F-B42A-6777E3C08A79}" dt="2025-12-10T06:56:19.928" v="1668" actId="165"/>
          <ac:grpSpMkLst>
            <pc:docMk/>
            <pc:sldMk cId="107313818" sldId="270"/>
            <ac:grpSpMk id="17" creationId="{BCCF1D4F-5534-2FE9-ED27-014BF2069771}"/>
          </ac:grpSpMkLst>
        </pc:grpChg>
        <pc:grpChg chg="add mod">
          <ac:chgData name="Moore, Izzy" userId="ea218641-bf08-4cd3-8df8-119adb943259" providerId="ADAL" clId="{52DF74E0-788E-4B5F-B42A-6777E3C08A79}" dt="2025-12-10T07:03:27.065" v="1697" actId="1076"/>
          <ac:grpSpMkLst>
            <pc:docMk/>
            <pc:sldMk cId="107313818" sldId="270"/>
            <ac:grpSpMk id="20" creationId="{98CB9484-337C-B57A-7DDA-79C8FB89DEB3}"/>
          </ac:grpSpMkLst>
        </pc:grpChg>
        <pc:grpChg chg="add mod">
          <ac:chgData name="Moore, Izzy" userId="ea218641-bf08-4cd3-8df8-119adb943259" providerId="ADAL" clId="{52DF74E0-788E-4B5F-B42A-6777E3C08A79}" dt="2025-12-10T06:56:28.789" v="1669" actId="164"/>
          <ac:grpSpMkLst>
            <pc:docMk/>
            <pc:sldMk cId="107313818" sldId="270"/>
            <ac:grpSpMk id="21" creationId="{113700C5-592D-45C4-0F59-7F7B4BAEA3BE}"/>
          </ac:grpSpMkLst>
        </pc:grpChg>
      </pc:sldChg>
      <pc:sldChg chg="addSp delSp modSp add del mod">
        <pc:chgData name="Moore, Izzy" userId="ea218641-bf08-4cd3-8df8-119adb943259" providerId="ADAL" clId="{52DF74E0-788E-4B5F-B42A-6777E3C08A79}" dt="2025-12-10T07:03:48.760" v="1699" actId="2696"/>
        <pc:sldMkLst>
          <pc:docMk/>
          <pc:sldMk cId="808114953" sldId="271"/>
        </pc:sldMkLst>
        <pc:spChg chg="mod">
          <ac:chgData name="Moore, Izzy" userId="ea218641-bf08-4cd3-8df8-119adb943259" providerId="ADAL" clId="{52DF74E0-788E-4B5F-B42A-6777E3C08A79}" dt="2025-12-10T03:47:09.057" v="576" actId="1037"/>
          <ac:spMkLst>
            <pc:docMk/>
            <pc:sldMk cId="808114953" sldId="271"/>
            <ac:spMk id="4" creationId="{95FEC0C5-58B5-132C-FB2E-3E024118AC17}"/>
          </ac:spMkLst>
        </pc:spChg>
        <pc:spChg chg="mod">
          <ac:chgData name="Moore, Izzy" userId="ea218641-bf08-4cd3-8df8-119adb943259" providerId="ADAL" clId="{52DF74E0-788E-4B5F-B42A-6777E3C08A79}" dt="2025-12-10T03:41:24.169" v="493" actId="207"/>
          <ac:spMkLst>
            <pc:docMk/>
            <pc:sldMk cId="808114953" sldId="271"/>
            <ac:spMk id="5" creationId="{DC128AD7-AA7B-7072-04B4-BCB6285B6E46}"/>
          </ac:spMkLst>
        </pc:spChg>
        <pc:spChg chg="add del mod">
          <ac:chgData name="Moore, Izzy" userId="ea218641-bf08-4cd3-8df8-119adb943259" providerId="ADAL" clId="{52DF74E0-788E-4B5F-B42A-6777E3C08A79}" dt="2025-12-10T03:42:15.877" v="502" actId="11529"/>
          <ac:spMkLst>
            <pc:docMk/>
            <pc:sldMk cId="808114953" sldId="271"/>
            <ac:spMk id="7" creationId="{618786C2-66D7-E0E2-4841-8DCBAA579EBD}"/>
          </ac:spMkLst>
        </pc:spChg>
        <pc:spChg chg="add mod">
          <ac:chgData name="Moore, Izzy" userId="ea218641-bf08-4cd3-8df8-119adb943259" providerId="ADAL" clId="{52DF74E0-788E-4B5F-B42A-6777E3C08A79}" dt="2025-12-10T03:43:18.596" v="512" actId="1076"/>
          <ac:spMkLst>
            <pc:docMk/>
            <pc:sldMk cId="808114953" sldId="271"/>
            <ac:spMk id="8" creationId="{10228D7F-9C6F-C0B9-42A5-407D01409228}"/>
          </ac:spMkLst>
        </pc:spChg>
        <pc:spChg chg="add mod">
          <ac:chgData name="Moore, Izzy" userId="ea218641-bf08-4cd3-8df8-119adb943259" providerId="ADAL" clId="{52DF74E0-788E-4B5F-B42A-6777E3C08A79}" dt="2025-12-10T03:42:33.773" v="505"/>
          <ac:spMkLst>
            <pc:docMk/>
            <pc:sldMk cId="808114953" sldId="271"/>
            <ac:spMk id="9" creationId="{50795289-6394-8FF7-D5F5-4CFF23FB6D78}"/>
          </ac:spMkLst>
        </pc:spChg>
        <pc:spChg chg="add mod">
          <ac:chgData name="Moore, Izzy" userId="ea218641-bf08-4cd3-8df8-119adb943259" providerId="ADAL" clId="{52DF74E0-788E-4B5F-B42A-6777E3C08A79}" dt="2025-12-10T03:43:09.611" v="511" actId="1076"/>
          <ac:spMkLst>
            <pc:docMk/>
            <pc:sldMk cId="808114953" sldId="271"/>
            <ac:spMk id="10" creationId="{F941E8B3-E16F-0433-5EF2-E320CE097A85}"/>
          </ac:spMkLst>
        </pc:spChg>
      </pc:sldChg>
      <pc:sldChg chg="modSp add del mod">
        <pc:chgData name="Moore, Izzy" userId="ea218641-bf08-4cd3-8df8-119adb943259" providerId="ADAL" clId="{52DF74E0-788E-4B5F-B42A-6777E3C08A79}" dt="2025-12-10T07:03:52.642" v="1700" actId="2696"/>
        <pc:sldMkLst>
          <pc:docMk/>
          <pc:sldMk cId="3526979253" sldId="272"/>
        </pc:sldMkLst>
        <pc:spChg chg="mod">
          <ac:chgData name="Moore, Izzy" userId="ea218641-bf08-4cd3-8df8-119adb943259" providerId="ADAL" clId="{52DF74E0-788E-4B5F-B42A-6777E3C08A79}" dt="2025-12-10T03:41:52.922" v="497" actId="207"/>
          <ac:spMkLst>
            <pc:docMk/>
            <pc:sldMk cId="3526979253" sldId="272"/>
            <ac:spMk id="4" creationId="{CF26AC90-A29B-6156-6324-F7B23EFD2C9B}"/>
          </ac:spMkLst>
        </pc:spChg>
        <pc:spChg chg="mod">
          <ac:chgData name="Moore, Izzy" userId="ea218641-bf08-4cd3-8df8-119adb943259" providerId="ADAL" clId="{52DF74E0-788E-4B5F-B42A-6777E3C08A79}" dt="2025-12-10T03:41:55.341" v="498" actId="207"/>
          <ac:spMkLst>
            <pc:docMk/>
            <pc:sldMk cId="3526979253" sldId="272"/>
            <ac:spMk id="5" creationId="{F8C74214-02A9-9A7B-4EDB-01E580B0B3A1}"/>
          </ac:spMkLst>
        </pc:spChg>
      </pc:sldChg>
      <pc:sldChg chg="addSp delSp modSp add mod modClrScheme delAnim chgLayout">
        <pc:chgData name="Moore, Izzy" userId="ea218641-bf08-4cd3-8df8-119adb943259" providerId="ADAL" clId="{52DF74E0-788E-4B5F-B42A-6777E3C08A79}" dt="2025-12-10T06:13:54.224" v="1223" actId="1076"/>
        <pc:sldMkLst>
          <pc:docMk/>
          <pc:sldMk cId="678990957" sldId="273"/>
        </pc:sldMkLst>
        <pc:spChg chg="mod ord">
          <ac:chgData name="Moore, Izzy" userId="ea218641-bf08-4cd3-8df8-119adb943259" providerId="ADAL" clId="{52DF74E0-788E-4B5F-B42A-6777E3C08A79}" dt="2025-12-10T06:13:54.224" v="1223" actId="1076"/>
          <ac:spMkLst>
            <pc:docMk/>
            <pc:sldMk cId="678990957" sldId="273"/>
            <ac:spMk id="2" creationId="{A0FD1B42-2408-46D6-1E16-E38B924C286B}"/>
          </ac:spMkLst>
        </pc:spChg>
        <pc:spChg chg="mod ord">
          <ac:chgData name="Moore, Izzy" userId="ea218641-bf08-4cd3-8df8-119adb943259" providerId="ADAL" clId="{52DF74E0-788E-4B5F-B42A-6777E3C08A79}" dt="2025-12-10T06:13:30.034" v="1216" actId="1076"/>
          <ac:spMkLst>
            <pc:docMk/>
            <pc:sldMk cId="678990957" sldId="273"/>
            <ac:spMk id="3" creationId="{FE67BE09-A7C2-FE95-2164-7A28C766BAB0}"/>
          </ac:spMkLst>
        </pc:spChg>
        <pc:spChg chg="add del mod ord">
          <ac:chgData name="Moore, Izzy" userId="ea218641-bf08-4cd3-8df8-119adb943259" providerId="ADAL" clId="{52DF74E0-788E-4B5F-B42A-6777E3C08A79}" dt="2025-12-10T03:55:22.774" v="671" actId="700"/>
          <ac:spMkLst>
            <pc:docMk/>
            <pc:sldMk cId="678990957" sldId="273"/>
            <ac:spMk id="8" creationId="{C4B6CD25-1AE2-43FD-E898-2B307421CF74}"/>
          </ac:spMkLst>
        </pc:spChg>
        <pc:spChg chg="add del mod">
          <ac:chgData name="Moore, Izzy" userId="ea218641-bf08-4cd3-8df8-119adb943259" providerId="ADAL" clId="{52DF74E0-788E-4B5F-B42A-6777E3C08A79}" dt="2025-12-10T04:01:12.262" v="762" actId="21"/>
          <ac:spMkLst>
            <pc:docMk/>
            <pc:sldMk cId="678990957" sldId="273"/>
            <ac:spMk id="10" creationId="{8E043279-9026-9F58-741A-DAA8B177ABEE}"/>
          </ac:spMkLst>
        </pc:spChg>
        <pc:spChg chg="add mod">
          <ac:chgData name="Moore, Izzy" userId="ea218641-bf08-4cd3-8df8-119adb943259" providerId="ADAL" clId="{52DF74E0-788E-4B5F-B42A-6777E3C08A79}" dt="2025-12-10T06:13:49.490" v="1222" actId="1076"/>
          <ac:spMkLst>
            <pc:docMk/>
            <pc:sldMk cId="678990957" sldId="273"/>
            <ac:spMk id="12" creationId="{C8091703-AF55-7922-A76E-33B6BFC2D957}"/>
          </ac:spMkLst>
        </pc:spChg>
        <pc:picChg chg="del">
          <ac:chgData name="Moore, Izzy" userId="ea218641-bf08-4cd3-8df8-119adb943259" providerId="ADAL" clId="{52DF74E0-788E-4B5F-B42A-6777E3C08A79}" dt="2025-12-10T03:52:54.167" v="585" actId="478"/>
          <ac:picMkLst>
            <pc:docMk/>
            <pc:sldMk cId="678990957" sldId="273"/>
            <ac:picMk id="5" creationId="{D092DC28-518D-2C90-3AE9-60ACE8024513}"/>
          </ac:picMkLst>
        </pc:picChg>
        <pc:picChg chg="add mod">
          <ac:chgData name="Moore, Izzy" userId="ea218641-bf08-4cd3-8df8-119adb943259" providerId="ADAL" clId="{52DF74E0-788E-4B5F-B42A-6777E3C08A79}" dt="2025-12-10T06:13:38.702" v="1219" actId="1076"/>
          <ac:picMkLst>
            <pc:docMk/>
            <pc:sldMk cId="678990957" sldId="273"/>
            <ac:picMk id="6" creationId="{BB7B3E6B-3670-8640-1CB4-C4C6373A87D2}"/>
          </ac:picMkLst>
        </pc:picChg>
        <pc:picChg chg="del">
          <ac:chgData name="Moore, Izzy" userId="ea218641-bf08-4cd3-8df8-119adb943259" providerId="ADAL" clId="{52DF74E0-788E-4B5F-B42A-6777E3C08A79}" dt="2025-12-10T03:52:52.513" v="584" actId="478"/>
          <ac:picMkLst>
            <pc:docMk/>
            <pc:sldMk cId="678990957" sldId="273"/>
            <ac:picMk id="7" creationId="{5D843BD2-37F8-0436-E67B-2C644E6DA0A3}"/>
          </ac:picMkLst>
        </pc:picChg>
        <pc:picChg chg="del">
          <ac:chgData name="Moore, Izzy" userId="ea218641-bf08-4cd3-8df8-119adb943259" providerId="ADAL" clId="{52DF74E0-788E-4B5F-B42A-6777E3C08A79}" dt="2025-12-10T03:52:50.837" v="583" actId="478"/>
          <ac:picMkLst>
            <pc:docMk/>
            <pc:sldMk cId="678990957" sldId="273"/>
            <ac:picMk id="9" creationId="{5CD69FA4-9E86-1C0D-4EA8-AC9071FC8189}"/>
          </ac:picMkLst>
        </pc:picChg>
        <pc:picChg chg="del">
          <ac:chgData name="Moore, Izzy" userId="ea218641-bf08-4cd3-8df8-119adb943259" providerId="ADAL" clId="{52DF74E0-788E-4B5F-B42A-6777E3C08A79}" dt="2025-12-10T03:52:49.078" v="582" actId="478"/>
          <ac:picMkLst>
            <pc:docMk/>
            <pc:sldMk cId="678990957" sldId="273"/>
            <ac:picMk id="11" creationId="{4B2AF3EC-5077-CC49-BAA1-07086C6C6124}"/>
          </ac:picMkLst>
        </pc:picChg>
        <pc:picChg chg="del">
          <ac:chgData name="Moore, Izzy" userId="ea218641-bf08-4cd3-8df8-119adb943259" providerId="ADAL" clId="{52DF74E0-788E-4B5F-B42A-6777E3C08A79}" dt="2025-12-10T03:52:45.889" v="581" actId="478"/>
          <ac:picMkLst>
            <pc:docMk/>
            <pc:sldMk cId="678990957" sldId="273"/>
            <ac:picMk id="13" creationId="{96A81121-EC47-E24E-6118-B1B79B14A520}"/>
          </ac:picMkLst>
        </pc:picChg>
        <pc:picChg chg="add del mod">
          <ac:chgData name="Moore, Izzy" userId="ea218641-bf08-4cd3-8df8-119adb943259" providerId="ADAL" clId="{52DF74E0-788E-4B5F-B42A-6777E3C08A79}" dt="2025-12-10T03:57:54.726" v="697" actId="478"/>
          <ac:picMkLst>
            <pc:docMk/>
            <pc:sldMk cId="678990957" sldId="273"/>
            <ac:picMk id="15" creationId="{750ED8B1-7B69-9170-A3C6-D7A39BFDFB4A}"/>
          </ac:picMkLst>
        </pc:picChg>
        <pc:picChg chg="add mod modCrop">
          <ac:chgData name="Moore, Izzy" userId="ea218641-bf08-4cd3-8df8-119adb943259" providerId="ADAL" clId="{52DF74E0-788E-4B5F-B42A-6777E3C08A79}" dt="2025-12-10T06:13:44.780" v="1221" actId="14100"/>
          <ac:picMkLst>
            <pc:docMk/>
            <pc:sldMk cId="678990957" sldId="273"/>
            <ac:picMk id="17" creationId="{85A04057-89E7-5702-653E-EFF13C0C1118}"/>
          </ac:picMkLst>
        </pc:picChg>
      </pc:sldChg>
      <pc:sldChg chg="addSp delSp modSp new mod">
        <pc:chgData name="Moore, Izzy" userId="ea218641-bf08-4cd3-8df8-119adb943259" providerId="ADAL" clId="{52DF74E0-788E-4B5F-B42A-6777E3C08A79}" dt="2025-12-10T08:53:11.072" v="1767" actId="14100"/>
        <pc:sldMkLst>
          <pc:docMk/>
          <pc:sldMk cId="1066910899" sldId="274"/>
        </pc:sldMkLst>
        <pc:spChg chg="mod">
          <ac:chgData name="Moore, Izzy" userId="ea218641-bf08-4cd3-8df8-119adb943259" providerId="ADAL" clId="{52DF74E0-788E-4B5F-B42A-6777E3C08A79}" dt="2025-12-10T05:58:15.309" v="1113" actId="20577"/>
          <ac:spMkLst>
            <pc:docMk/>
            <pc:sldMk cId="1066910899" sldId="274"/>
            <ac:spMk id="2" creationId="{F0A794D0-20F1-6ED6-C8AD-324DE6DDB1EB}"/>
          </ac:spMkLst>
        </pc:spChg>
        <pc:spChg chg="mod">
          <ac:chgData name="Moore, Izzy" userId="ea218641-bf08-4cd3-8df8-119adb943259" providerId="ADAL" clId="{52DF74E0-788E-4B5F-B42A-6777E3C08A79}" dt="2025-12-10T05:56:33.866" v="1098" actId="1076"/>
          <ac:spMkLst>
            <pc:docMk/>
            <pc:sldMk cId="1066910899" sldId="274"/>
            <ac:spMk id="3" creationId="{B0F41BC5-3710-F2C1-C858-3FB55EA9A1F1}"/>
          </ac:spMkLst>
        </pc:spChg>
        <pc:spChg chg="del mod">
          <ac:chgData name="Moore, Izzy" userId="ea218641-bf08-4cd3-8df8-119adb943259" providerId="ADAL" clId="{52DF74E0-788E-4B5F-B42A-6777E3C08A79}" dt="2025-12-10T06:00:10.093" v="1117"/>
          <ac:spMkLst>
            <pc:docMk/>
            <pc:sldMk cId="1066910899" sldId="274"/>
            <ac:spMk id="4" creationId="{C0ED04B2-C78C-A841-D360-A70E1010EDF4}"/>
          </ac:spMkLst>
        </pc:spChg>
        <pc:spChg chg="add del mod">
          <ac:chgData name="Moore, Izzy" userId="ea218641-bf08-4cd3-8df8-119adb943259" providerId="ADAL" clId="{52DF74E0-788E-4B5F-B42A-6777E3C08A79}" dt="2025-12-10T05:58:24.320" v="1115" actId="1076"/>
          <ac:spMkLst>
            <pc:docMk/>
            <pc:sldMk cId="1066910899" sldId="274"/>
            <ac:spMk id="5" creationId="{DE52CCC1-55A8-4536-9844-4E9FB8DFD9F7}"/>
          </ac:spMkLst>
        </pc:spChg>
        <pc:spChg chg="add del">
          <ac:chgData name="Moore, Izzy" userId="ea218641-bf08-4cd3-8df8-119adb943259" providerId="ADAL" clId="{52DF74E0-788E-4B5F-B42A-6777E3C08A79}" dt="2025-12-10T06:00:41.142" v="1128"/>
          <ac:spMkLst>
            <pc:docMk/>
            <pc:sldMk cId="1066910899" sldId="274"/>
            <ac:spMk id="6" creationId="{BE01DF29-E609-A87E-BD91-EB9DAB7F7865}"/>
          </ac:spMkLst>
        </pc:spChg>
        <pc:spChg chg="add mod">
          <ac:chgData name="Moore, Izzy" userId="ea218641-bf08-4cd3-8df8-119adb943259" providerId="ADAL" clId="{52DF74E0-788E-4B5F-B42A-6777E3C08A79}" dt="2025-12-10T04:01:16.249" v="764" actId="1076"/>
          <ac:spMkLst>
            <pc:docMk/>
            <pc:sldMk cId="1066910899" sldId="274"/>
            <ac:spMk id="10" creationId="{8E043279-9026-9F58-741A-DAA8B177ABEE}"/>
          </ac:spMkLst>
        </pc:spChg>
        <pc:spChg chg="add del mod">
          <ac:chgData name="Moore, Izzy" userId="ea218641-bf08-4cd3-8df8-119adb943259" providerId="ADAL" clId="{52DF74E0-788E-4B5F-B42A-6777E3C08A79}" dt="2025-12-10T04:02:19.740" v="779" actId="478"/>
          <ac:spMkLst>
            <pc:docMk/>
            <pc:sldMk cId="1066910899" sldId="274"/>
            <ac:spMk id="11" creationId="{EF78A637-A6E5-591F-B87F-F5D81F9D32C6}"/>
          </ac:spMkLst>
        </pc:spChg>
        <pc:spChg chg="add mod">
          <ac:chgData name="Moore, Izzy" userId="ea218641-bf08-4cd3-8df8-119adb943259" providerId="ADAL" clId="{52DF74E0-788E-4B5F-B42A-6777E3C08A79}" dt="2025-12-10T04:02:18.922" v="776"/>
          <ac:spMkLst>
            <pc:docMk/>
            <pc:sldMk cId="1066910899" sldId="274"/>
            <ac:spMk id="12" creationId="{82EB934A-FB25-9D9A-463C-0FF19E4D8FC2}"/>
          </ac:spMkLst>
        </pc:spChg>
        <pc:spChg chg="add mod">
          <ac:chgData name="Moore, Izzy" userId="ea218641-bf08-4cd3-8df8-119adb943259" providerId="ADAL" clId="{52DF74E0-788E-4B5F-B42A-6777E3C08A79}" dt="2025-12-10T04:02:18.525" v="774"/>
          <ac:spMkLst>
            <pc:docMk/>
            <pc:sldMk cId="1066910899" sldId="274"/>
            <ac:spMk id="13" creationId="{C25AF76E-6732-CE67-B8DC-BFBC2C1FD19A}"/>
          </ac:spMkLst>
        </pc:spChg>
        <pc:spChg chg="add del mod">
          <ac:chgData name="Moore, Izzy" userId="ea218641-bf08-4cd3-8df8-119adb943259" providerId="ADAL" clId="{52DF74E0-788E-4B5F-B42A-6777E3C08A79}" dt="2025-12-10T06:05:07.378" v="1167"/>
          <ac:spMkLst>
            <pc:docMk/>
            <pc:sldMk cId="1066910899" sldId="274"/>
            <ac:spMk id="17" creationId="{BFC8264E-862A-4C36-17C1-1A0CABC7D090}"/>
          </ac:spMkLst>
        </pc:spChg>
        <pc:graphicFrameChg chg="add del mod">
          <ac:chgData name="Moore, Izzy" userId="ea218641-bf08-4cd3-8df8-119adb943259" providerId="ADAL" clId="{52DF74E0-788E-4B5F-B42A-6777E3C08A79}" dt="2025-12-10T06:01:24.508" v="1130" actId="478"/>
          <ac:graphicFrameMkLst>
            <pc:docMk/>
            <pc:sldMk cId="1066910899" sldId="274"/>
            <ac:graphicFrameMk id="14" creationId="{D8D59D0B-4D87-4DFE-BE78-EDA929DC1C4C}"/>
          </ac:graphicFrameMkLst>
        </pc:graphicFrameChg>
        <pc:graphicFrameChg chg="add mod">
          <ac:chgData name="Moore, Izzy" userId="ea218641-bf08-4cd3-8df8-119adb943259" providerId="ADAL" clId="{52DF74E0-788E-4B5F-B42A-6777E3C08A79}" dt="2025-12-10T08:53:11.072" v="1767" actId="14100"/>
          <ac:graphicFrameMkLst>
            <pc:docMk/>
            <pc:sldMk cId="1066910899" sldId="274"/>
            <ac:graphicFrameMk id="15" creationId="{CFD46228-5E61-4C5E-AE4A-000532A3E000}"/>
          </ac:graphicFrameMkLst>
        </pc:graphicFrameChg>
        <pc:graphicFrameChg chg="add mod">
          <ac:chgData name="Moore, Izzy" userId="ea218641-bf08-4cd3-8df8-119adb943259" providerId="ADAL" clId="{52DF74E0-788E-4B5F-B42A-6777E3C08A79}" dt="2025-12-10T06:01:36.716" v="1143"/>
          <ac:graphicFrameMkLst>
            <pc:docMk/>
            <pc:sldMk cId="1066910899" sldId="274"/>
            <ac:graphicFrameMk id="18" creationId="{D8D59D0B-4D87-4DFE-BE78-EDA929DC1C4C}"/>
          </ac:graphicFrameMkLst>
        </pc:graphicFrameChg>
        <pc:graphicFrameChg chg="add mod">
          <ac:chgData name="Moore, Izzy" userId="ea218641-bf08-4cd3-8df8-119adb943259" providerId="ADAL" clId="{52DF74E0-788E-4B5F-B42A-6777E3C08A79}" dt="2025-12-10T06:01:44.961" v="1151"/>
          <ac:graphicFrameMkLst>
            <pc:docMk/>
            <pc:sldMk cId="1066910899" sldId="274"/>
            <ac:graphicFrameMk id="19" creationId="{D8D59D0B-4D87-4DFE-BE78-EDA929DC1C4C}"/>
          </ac:graphicFrameMkLst>
        </pc:graphicFrameChg>
        <pc:graphicFrameChg chg="add del mod">
          <ac:chgData name="Moore, Izzy" userId="ea218641-bf08-4cd3-8df8-119adb943259" providerId="ADAL" clId="{52DF74E0-788E-4B5F-B42A-6777E3C08A79}" dt="2025-12-10T06:04:42.897" v="1164"/>
          <ac:graphicFrameMkLst>
            <pc:docMk/>
            <pc:sldMk cId="1066910899" sldId="274"/>
            <ac:graphicFrameMk id="20" creationId="{D8D59D0B-4D87-4DFE-BE78-EDA929DC1C4C}"/>
          </ac:graphicFrameMkLst>
        </pc:graphicFrameChg>
        <pc:graphicFrameChg chg="add mod">
          <ac:chgData name="Moore, Izzy" userId="ea218641-bf08-4cd3-8df8-119adb943259" providerId="ADAL" clId="{52DF74E0-788E-4B5F-B42A-6777E3C08A79}" dt="2025-12-10T06:04:42.710" v="1163"/>
          <ac:graphicFrameMkLst>
            <pc:docMk/>
            <pc:sldMk cId="1066910899" sldId="274"/>
            <ac:graphicFrameMk id="21" creationId="{D8D59D0B-4D87-4DFE-BE78-EDA929DC1C4C}"/>
          </ac:graphicFrameMkLst>
        </pc:graphicFrameChg>
        <pc:graphicFrameChg chg="add mod">
          <ac:chgData name="Moore, Izzy" userId="ea218641-bf08-4cd3-8df8-119adb943259" providerId="ADAL" clId="{52DF74E0-788E-4B5F-B42A-6777E3C08A79}" dt="2025-12-10T08:46:08.420" v="1741"/>
          <ac:graphicFrameMkLst>
            <pc:docMk/>
            <pc:sldMk cId="1066910899" sldId="274"/>
            <ac:graphicFrameMk id="22" creationId="{D8D59D0B-4D87-4DFE-BE78-EDA929DC1C4C}"/>
          </ac:graphicFrameMkLst>
        </pc:graphicFrameChg>
      </pc:sldChg>
      <pc:sldChg chg="addSp delSp modSp add mod">
        <pc:chgData name="Moore, Izzy" userId="ea218641-bf08-4cd3-8df8-119adb943259" providerId="ADAL" clId="{52DF74E0-788E-4B5F-B42A-6777E3C08A79}" dt="2025-12-10T08:46:45.234" v="1748"/>
        <pc:sldMkLst>
          <pc:docMk/>
          <pc:sldMk cId="2667405195" sldId="275"/>
        </pc:sldMkLst>
        <pc:spChg chg="mod">
          <ac:chgData name="Moore, Izzy" userId="ea218641-bf08-4cd3-8df8-119adb943259" providerId="ADAL" clId="{52DF74E0-788E-4B5F-B42A-6777E3C08A79}" dt="2025-12-10T06:05:30.294" v="1200" actId="20577"/>
          <ac:spMkLst>
            <pc:docMk/>
            <pc:sldMk cId="2667405195" sldId="275"/>
            <ac:spMk id="2" creationId="{C6435881-0505-8C34-5E4A-DB5BA11D8038}"/>
          </ac:spMkLst>
        </pc:spChg>
        <pc:spChg chg="add del mod">
          <ac:chgData name="Moore, Izzy" userId="ea218641-bf08-4cd3-8df8-119adb943259" providerId="ADAL" clId="{52DF74E0-788E-4B5F-B42A-6777E3C08A79}" dt="2025-12-10T06:05:51.049" v="1208"/>
          <ac:spMkLst>
            <pc:docMk/>
            <pc:sldMk cId="2667405195" sldId="275"/>
            <ac:spMk id="6" creationId="{BD9358AB-351C-9088-DB70-1963E4D733E9}"/>
          </ac:spMkLst>
        </pc:spChg>
        <pc:spChg chg="add del mod">
          <ac:chgData name="Moore, Izzy" userId="ea218641-bf08-4cd3-8df8-119adb943259" providerId="ADAL" clId="{52DF74E0-788E-4B5F-B42A-6777E3C08A79}" dt="2025-12-10T06:05:57.756" v="1210"/>
          <ac:spMkLst>
            <pc:docMk/>
            <pc:sldMk cId="2667405195" sldId="275"/>
            <ac:spMk id="8" creationId="{949C9B1C-8693-73FC-2FC3-B8262964A07D}"/>
          </ac:spMkLst>
        </pc:spChg>
        <pc:graphicFrameChg chg="add mod">
          <ac:chgData name="Moore, Izzy" userId="ea218641-bf08-4cd3-8df8-119adb943259" providerId="ADAL" clId="{52DF74E0-788E-4B5F-B42A-6777E3C08A79}" dt="2025-12-10T06:05:49.518" v="1206"/>
          <ac:graphicFrameMkLst>
            <pc:docMk/>
            <pc:sldMk cId="2667405195" sldId="275"/>
            <ac:graphicFrameMk id="9" creationId="{754BF591-787D-4F5C-A493-E3ED2E5CCC3A}"/>
          </ac:graphicFrameMkLst>
        </pc:graphicFrameChg>
        <pc:graphicFrameChg chg="add mod">
          <ac:chgData name="Moore, Izzy" userId="ea218641-bf08-4cd3-8df8-119adb943259" providerId="ADAL" clId="{52DF74E0-788E-4B5F-B42A-6777E3C08A79}" dt="2025-12-10T08:46:29.285" v="1747"/>
          <ac:graphicFrameMkLst>
            <pc:docMk/>
            <pc:sldMk cId="2667405195" sldId="275"/>
            <ac:graphicFrameMk id="10" creationId="{754BF591-787D-4F5C-A493-E3ED2E5CCC3A}"/>
          </ac:graphicFrameMkLst>
        </pc:graphicFrameChg>
        <pc:graphicFrameChg chg="add mod">
          <ac:chgData name="Moore, Izzy" userId="ea218641-bf08-4cd3-8df8-119adb943259" providerId="ADAL" clId="{52DF74E0-788E-4B5F-B42A-6777E3C08A79}" dt="2025-12-10T08:46:45.234" v="1748"/>
          <ac:graphicFrameMkLst>
            <pc:docMk/>
            <pc:sldMk cId="2667405195" sldId="275"/>
            <ac:graphicFrameMk id="11" creationId="{1259B5D9-541D-48B4-A9ED-75958785F85A}"/>
          </ac:graphicFrameMkLst>
        </pc:graphicFrameChg>
        <pc:graphicFrameChg chg="del mod">
          <ac:chgData name="Moore, Izzy" userId="ea218641-bf08-4cd3-8df8-119adb943259" providerId="ADAL" clId="{52DF74E0-788E-4B5F-B42A-6777E3C08A79}" dt="2025-12-10T06:05:41.536" v="1203" actId="478"/>
          <ac:graphicFrameMkLst>
            <pc:docMk/>
            <pc:sldMk cId="2667405195" sldId="275"/>
            <ac:graphicFrameMk id="15" creationId="{06167AA3-DAC5-DC60-1BAE-BBAF9AE09644}"/>
          </ac:graphicFrameMkLst>
        </pc:graphicFrameChg>
        <pc:graphicFrameChg chg="del">
          <ac:chgData name="Moore, Izzy" userId="ea218641-bf08-4cd3-8df8-119adb943259" providerId="ADAL" clId="{52DF74E0-788E-4B5F-B42A-6777E3C08A79}" dt="2025-12-10T06:05:39.786" v="1201" actId="478"/>
          <ac:graphicFrameMkLst>
            <pc:docMk/>
            <pc:sldMk cId="2667405195" sldId="275"/>
            <ac:graphicFrameMk id="22" creationId="{5D5E7DF9-3FD1-FA6D-EC5E-3AABD71CC0C6}"/>
          </ac:graphicFrameMkLst>
        </pc:graphicFrameChg>
      </pc:sldChg>
      <pc:sldChg chg="addSp delSp modSp add mod ord">
        <pc:chgData name="Moore, Izzy" userId="ea218641-bf08-4cd3-8df8-119adb943259" providerId="ADAL" clId="{52DF74E0-788E-4B5F-B42A-6777E3C08A79}" dt="2025-12-10T08:46:23.860" v="1744"/>
        <pc:sldMkLst>
          <pc:docMk/>
          <pc:sldMk cId="3810675335" sldId="276"/>
        </pc:sldMkLst>
        <pc:spChg chg="mod">
          <ac:chgData name="Moore, Izzy" userId="ea218641-bf08-4cd3-8df8-119adb943259" providerId="ADAL" clId="{52DF74E0-788E-4B5F-B42A-6777E3C08A79}" dt="2025-12-10T06:18:19.848" v="1343" actId="20577"/>
          <ac:spMkLst>
            <pc:docMk/>
            <pc:sldMk cId="3810675335" sldId="276"/>
            <ac:spMk id="2" creationId="{D84B977A-91F0-433E-6760-4EBBC2019B20}"/>
          </ac:spMkLst>
        </pc:spChg>
        <pc:spChg chg="add del mod">
          <ac:chgData name="Moore, Izzy" userId="ea218641-bf08-4cd3-8df8-119adb943259" providerId="ADAL" clId="{52DF74E0-788E-4B5F-B42A-6777E3C08A79}" dt="2025-12-10T06:19:00.972" v="1348"/>
          <ac:spMkLst>
            <pc:docMk/>
            <pc:sldMk cId="3810675335" sldId="276"/>
            <ac:spMk id="6" creationId="{FF5F3224-8445-C71C-8A4A-B743E34ECDFC}"/>
          </ac:spMkLst>
        </pc:spChg>
        <pc:spChg chg="add del mod">
          <ac:chgData name="Moore, Izzy" userId="ea218641-bf08-4cd3-8df8-119adb943259" providerId="ADAL" clId="{52DF74E0-788E-4B5F-B42A-6777E3C08A79}" dt="2025-12-10T06:19:06.044" v="1350"/>
          <ac:spMkLst>
            <pc:docMk/>
            <pc:sldMk cId="3810675335" sldId="276"/>
            <ac:spMk id="8" creationId="{8B976337-ABBF-037C-D5D6-6ECB9D0E4212}"/>
          </ac:spMkLst>
        </pc:spChg>
        <pc:graphicFrameChg chg="add mod">
          <ac:chgData name="Moore, Izzy" userId="ea218641-bf08-4cd3-8df8-119adb943259" providerId="ADAL" clId="{52DF74E0-788E-4B5F-B42A-6777E3C08A79}" dt="2025-12-10T08:46:19.886" v="1743"/>
          <ac:graphicFrameMkLst>
            <pc:docMk/>
            <pc:sldMk cId="3810675335" sldId="276"/>
            <ac:graphicFrameMk id="9" creationId="{61232DEE-5025-49F6-9B33-7B23A13F6673}"/>
          </ac:graphicFrameMkLst>
        </pc:graphicFrameChg>
        <pc:graphicFrameChg chg="add mod">
          <ac:chgData name="Moore, Izzy" userId="ea218641-bf08-4cd3-8df8-119adb943259" providerId="ADAL" clId="{52DF74E0-788E-4B5F-B42A-6777E3C08A79}" dt="2025-12-10T08:46:23.860" v="1744"/>
          <ac:graphicFrameMkLst>
            <pc:docMk/>
            <pc:sldMk cId="3810675335" sldId="276"/>
            <ac:graphicFrameMk id="10" creationId="{7C8AE7E9-59B0-4D75-821B-321A8104599E}"/>
          </ac:graphicFrameMkLst>
        </pc:graphicFrameChg>
        <pc:graphicFrameChg chg="del">
          <ac:chgData name="Moore, Izzy" userId="ea218641-bf08-4cd3-8df8-119adb943259" providerId="ADAL" clId="{52DF74E0-788E-4B5F-B42A-6777E3C08A79}" dt="2025-12-10T06:18:27.300" v="1346" actId="478"/>
          <ac:graphicFrameMkLst>
            <pc:docMk/>
            <pc:sldMk cId="3810675335" sldId="276"/>
            <ac:graphicFrameMk id="15" creationId="{43EE1D2F-D0F7-9F7F-8870-E740B7BBD0AF}"/>
          </ac:graphicFrameMkLst>
        </pc:graphicFrameChg>
        <pc:graphicFrameChg chg="del">
          <ac:chgData name="Moore, Izzy" userId="ea218641-bf08-4cd3-8df8-119adb943259" providerId="ADAL" clId="{52DF74E0-788E-4B5F-B42A-6777E3C08A79}" dt="2025-12-10T06:18:23.323" v="1344" actId="478"/>
          <ac:graphicFrameMkLst>
            <pc:docMk/>
            <pc:sldMk cId="3810675335" sldId="276"/>
            <ac:graphicFrameMk id="22" creationId="{99238A65-5209-97A9-6A09-5F6A2846AD03}"/>
          </ac:graphicFrameMkLst>
        </pc:graphicFrameChg>
      </pc:sldChg>
      <pc:sldChg chg="modSp new mod">
        <pc:chgData name="Moore, Izzy" userId="ea218641-bf08-4cd3-8df8-119adb943259" providerId="ADAL" clId="{52DF74E0-788E-4B5F-B42A-6777E3C08A79}" dt="2025-12-10T06:25:21.219" v="1391" actId="20577"/>
        <pc:sldMkLst>
          <pc:docMk/>
          <pc:sldMk cId="2388478593" sldId="277"/>
        </pc:sldMkLst>
        <pc:spChg chg="mod">
          <ac:chgData name="Moore, Izzy" userId="ea218641-bf08-4cd3-8df8-119adb943259" providerId="ADAL" clId="{52DF74E0-788E-4B5F-B42A-6777E3C08A79}" dt="2025-12-10T06:25:21.219" v="1391" actId="20577"/>
          <ac:spMkLst>
            <pc:docMk/>
            <pc:sldMk cId="2388478593" sldId="277"/>
            <ac:spMk id="2" creationId="{511A418E-0716-A6FE-3890-086ED80B1624}"/>
          </ac:spMkLst>
        </pc:spChg>
      </pc:sldChg>
      <pc:sldChg chg="addSp delSp modSp add mod ord">
        <pc:chgData name="Moore, Izzy" userId="ea218641-bf08-4cd3-8df8-119adb943259" providerId="ADAL" clId="{52DF74E0-788E-4B5F-B42A-6777E3C08A79}" dt="2025-12-10T08:47:25.591" v="1753"/>
        <pc:sldMkLst>
          <pc:docMk/>
          <pc:sldMk cId="42973252" sldId="278"/>
        </pc:sldMkLst>
        <pc:spChg chg="mod">
          <ac:chgData name="Moore, Izzy" userId="ea218641-bf08-4cd3-8df8-119adb943259" providerId="ADAL" clId="{52DF74E0-788E-4B5F-B42A-6777E3C08A79}" dt="2025-12-10T06:31:38.856" v="1528" actId="1076"/>
          <ac:spMkLst>
            <pc:docMk/>
            <pc:sldMk cId="42973252" sldId="278"/>
            <ac:spMk id="2" creationId="{880407BD-A0C5-23F5-EE17-B4DCB274B23C}"/>
          </ac:spMkLst>
        </pc:spChg>
        <pc:spChg chg="mod">
          <ac:chgData name="Moore, Izzy" userId="ea218641-bf08-4cd3-8df8-119adb943259" providerId="ADAL" clId="{52DF74E0-788E-4B5F-B42A-6777E3C08A79}" dt="2025-12-10T06:29:19.929" v="1485" actId="1076"/>
          <ac:spMkLst>
            <pc:docMk/>
            <pc:sldMk cId="42973252" sldId="278"/>
            <ac:spMk id="3" creationId="{3106AE12-40BD-DC3A-F8C7-1AB7F1F322BC}"/>
          </ac:spMkLst>
        </pc:spChg>
        <pc:spChg chg="add mod">
          <ac:chgData name="Moore, Izzy" userId="ea218641-bf08-4cd3-8df8-119adb943259" providerId="ADAL" clId="{52DF74E0-788E-4B5F-B42A-6777E3C08A79}" dt="2025-12-10T06:30:38.244" v="1510" actId="1076"/>
          <ac:spMkLst>
            <pc:docMk/>
            <pc:sldMk cId="42973252" sldId="278"/>
            <ac:spMk id="4" creationId="{33031766-ECF7-8C23-4E64-80891C6FAD65}"/>
          </ac:spMkLst>
        </pc:spChg>
        <pc:spChg chg="mod">
          <ac:chgData name="Moore, Izzy" userId="ea218641-bf08-4cd3-8df8-119adb943259" providerId="ADAL" clId="{52DF74E0-788E-4B5F-B42A-6777E3C08A79}" dt="2025-12-10T06:30:35.884" v="1509" actId="1076"/>
          <ac:spMkLst>
            <pc:docMk/>
            <pc:sldMk cId="42973252" sldId="278"/>
            <ac:spMk id="5" creationId="{1874EF52-624B-DB90-04B8-E916C03B3A45}"/>
          </ac:spMkLst>
        </pc:spChg>
        <pc:spChg chg="add del mod">
          <ac:chgData name="Moore, Izzy" userId="ea218641-bf08-4cd3-8df8-119adb943259" providerId="ADAL" clId="{52DF74E0-788E-4B5F-B42A-6777E3C08A79}" dt="2025-12-10T06:29:44.871" v="1494" actId="478"/>
          <ac:spMkLst>
            <pc:docMk/>
            <pc:sldMk cId="42973252" sldId="278"/>
            <ac:spMk id="8" creationId="{096BE42B-4C5D-362C-9D80-F43910F3831F}"/>
          </ac:spMkLst>
        </pc:spChg>
        <pc:spChg chg="add del mod">
          <ac:chgData name="Moore, Izzy" userId="ea218641-bf08-4cd3-8df8-119adb943259" providerId="ADAL" clId="{52DF74E0-788E-4B5F-B42A-6777E3C08A79}" dt="2025-12-10T06:30:28.494" v="1507"/>
          <ac:spMkLst>
            <pc:docMk/>
            <pc:sldMk cId="42973252" sldId="278"/>
            <ac:spMk id="14" creationId="{19324EBC-99A1-1E5B-D9E3-585404B946F5}"/>
          </ac:spMkLst>
        </pc:spChg>
        <pc:spChg chg="add del mod">
          <ac:chgData name="Moore, Izzy" userId="ea218641-bf08-4cd3-8df8-119adb943259" providerId="ADAL" clId="{52DF74E0-788E-4B5F-B42A-6777E3C08A79}" dt="2025-12-10T06:31:00.776" v="1520"/>
          <ac:spMkLst>
            <pc:docMk/>
            <pc:sldMk cId="42973252" sldId="278"/>
            <ac:spMk id="18" creationId="{214B071B-FF6D-4664-A351-1CDC4E57431C}"/>
          </ac:spMkLst>
        </pc:spChg>
        <pc:graphicFrameChg chg="add del mod">
          <ac:chgData name="Moore, Izzy" userId="ea218641-bf08-4cd3-8df8-119adb943259" providerId="ADAL" clId="{52DF74E0-788E-4B5F-B42A-6777E3C08A79}" dt="2025-12-10T06:29:48.886" v="1495" actId="478"/>
          <ac:graphicFrameMkLst>
            <pc:docMk/>
            <pc:sldMk cId="42973252" sldId="278"/>
            <ac:graphicFrameMk id="6" creationId="{2EC84A79-0679-EF9B-3AD1-99FBFE75C4E9}"/>
          </ac:graphicFrameMkLst>
        </pc:graphicFrameChg>
        <pc:graphicFrameChg chg="del mod">
          <ac:chgData name="Moore, Izzy" userId="ea218641-bf08-4cd3-8df8-119adb943259" providerId="ADAL" clId="{52DF74E0-788E-4B5F-B42A-6777E3C08A79}" dt="2025-12-10T06:30:21.023" v="1502" actId="478"/>
          <ac:graphicFrameMkLst>
            <pc:docMk/>
            <pc:sldMk cId="42973252" sldId="278"/>
            <ac:graphicFrameMk id="9" creationId="{1C381DAF-EF9A-99F3-4A5E-DCB58657317B}"/>
          </ac:graphicFrameMkLst>
        </pc:graphicFrameChg>
        <pc:graphicFrameChg chg="del mod">
          <ac:chgData name="Moore, Izzy" userId="ea218641-bf08-4cd3-8df8-119adb943259" providerId="ADAL" clId="{52DF74E0-788E-4B5F-B42A-6777E3C08A79}" dt="2025-12-10T06:29:28.756" v="1489" actId="478"/>
          <ac:graphicFrameMkLst>
            <pc:docMk/>
            <pc:sldMk cId="42973252" sldId="278"/>
            <ac:graphicFrameMk id="10" creationId="{912C42CB-5957-AE48-FC80-1929323A9C8D}"/>
          </ac:graphicFrameMkLst>
        </pc:graphicFrameChg>
        <pc:graphicFrameChg chg="add mod">
          <ac:chgData name="Moore, Izzy" userId="ea218641-bf08-4cd3-8df8-119adb943259" providerId="ADAL" clId="{52DF74E0-788E-4B5F-B42A-6777E3C08A79}" dt="2025-12-10T08:47:17.894" v="1751"/>
          <ac:graphicFrameMkLst>
            <pc:docMk/>
            <pc:sldMk cId="42973252" sldId="278"/>
            <ac:graphicFrameMk id="11" creationId="{4BAC67CE-7FD8-4D47-904C-6C2F9FC0A049}"/>
          </ac:graphicFrameMkLst>
        </pc:graphicFrameChg>
        <pc:graphicFrameChg chg="add mod">
          <ac:chgData name="Moore, Izzy" userId="ea218641-bf08-4cd3-8df8-119adb943259" providerId="ADAL" clId="{52DF74E0-788E-4B5F-B42A-6777E3C08A79}" dt="2025-12-10T08:47:22.053" v="1752"/>
          <ac:graphicFrameMkLst>
            <pc:docMk/>
            <pc:sldMk cId="42973252" sldId="278"/>
            <ac:graphicFrameMk id="12" creationId="{191CFA54-C105-42BA-AF4A-F2E68C2988E0}"/>
          </ac:graphicFrameMkLst>
        </pc:graphicFrameChg>
        <pc:graphicFrameChg chg="add mod">
          <ac:chgData name="Moore, Izzy" userId="ea218641-bf08-4cd3-8df8-119adb943259" providerId="ADAL" clId="{52DF74E0-788E-4B5F-B42A-6777E3C08A79}" dt="2025-12-10T06:30:27.260" v="1505"/>
          <ac:graphicFrameMkLst>
            <pc:docMk/>
            <pc:sldMk cId="42973252" sldId="278"/>
            <ac:graphicFrameMk id="15" creationId="{191CFA54-C105-42BA-AF4A-F2E68C2988E0}"/>
          </ac:graphicFrameMkLst>
        </pc:graphicFrameChg>
        <pc:graphicFrameChg chg="add del mod">
          <ac:chgData name="Moore, Izzy" userId="ea218641-bf08-4cd3-8df8-119adb943259" providerId="ADAL" clId="{52DF74E0-788E-4B5F-B42A-6777E3C08A79}" dt="2025-12-10T06:30:43.075" v="1511" actId="478"/>
          <ac:graphicFrameMkLst>
            <pc:docMk/>
            <pc:sldMk cId="42973252" sldId="278"/>
            <ac:graphicFrameMk id="16" creationId="{191CFA54-C105-42BA-AF4A-F2E68C2988E0}"/>
          </ac:graphicFrameMkLst>
        </pc:graphicFrameChg>
        <pc:graphicFrameChg chg="add mod">
          <ac:chgData name="Moore, Izzy" userId="ea218641-bf08-4cd3-8df8-119adb943259" providerId="ADAL" clId="{52DF74E0-788E-4B5F-B42A-6777E3C08A79}" dt="2025-12-10T06:30:55.945" v="1518"/>
          <ac:graphicFrameMkLst>
            <pc:docMk/>
            <pc:sldMk cId="42973252" sldId="278"/>
            <ac:graphicFrameMk id="19" creationId="{070B6892-4344-4BB2-BFBB-703A1292D332}"/>
          </ac:graphicFrameMkLst>
        </pc:graphicFrameChg>
        <pc:graphicFrameChg chg="add mod">
          <ac:chgData name="Moore, Izzy" userId="ea218641-bf08-4cd3-8df8-119adb943259" providerId="ADAL" clId="{52DF74E0-788E-4B5F-B42A-6777E3C08A79}" dt="2025-12-10T08:47:25.591" v="1753"/>
          <ac:graphicFrameMkLst>
            <pc:docMk/>
            <pc:sldMk cId="42973252" sldId="278"/>
            <ac:graphicFrameMk id="20" creationId="{070B6892-4344-4BB2-BFBB-703A1292D332}"/>
          </ac:graphicFrameMkLst>
        </pc:graphicFrameChg>
      </pc:sldChg>
      <pc:sldChg chg="modSp new mod">
        <pc:chgData name="Moore, Izzy" userId="ea218641-bf08-4cd3-8df8-119adb943259" providerId="ADAL" clId="{52DF74E0-788E-4B5F-B42A-6777E3C08A79}" dt="2025-12-10T06:34:43.052" v="1563" actId="20577"/>
        <pc:sldMkLst>
          <pc:docMk/>
          <pc:sldMk cId="1497042374" sldId="279"/>
        </pc:sldMkLst>
        <pc:spChg chg="mod">
          <ac:chgData name="Moore, Izzy" userId="ea218641-bf08-4cd3-8df8-119adb943259" providerId="ADAL" clId="{52DF74E0-788E-4B5F-B42A-6777E3C08A79}" dt="2025-12-10T06:34:43.052" v="1563" actId="20577"/>
          <ac:spMkLst>
            <pc:docMk/>
            <pc:sldMk cId="1497042374" sldId="279"/>
            <ac:spMk id="2" creationId="{5D25771D-9B2B-B2DE-3852-B9BB183D04FD}"/>
          </ac:spMkLst>
        </pc:spChg>
      </pc:sldChg>
      <pc:sldChg chg="modSp add mod">
        <pc:chgData name="Moore, Izzy" userId="ea218641-bf08-4cd3-8df8-119adb943259" providerId="ADAL" clId="{52DF74E0-788E-4B5F-B42A-6777E3C08A79}" dt="2025-12-11T00:28:09.869" v="2022" actId="1036"/>
        <pc:sldMkLst>
          <pc:docMk/>
          <pc:sldMk cId="70343805" sldId="280"/>
        </pc:sldMkLst>
        <pc:spChg chg="mod">
          <ac:chgData name="Moore, Izzy" userId="ea218641-bf08-4cd3-8df8-119adb943259" providerId="ADAL" clId="{52DF74E0-788E-4B5F-B42A-6777E3C08A79}" dt="2025-12-10T06:43:00.162" v="1599" actId="14100"/>
          <ac:spMkLst>
            <pc:docMk/>
            <pc:sldMk cId="70343805" sldId="280"/>
            <ac:spMk id="14" creationId="{E72978C7-EEE0-FF09-8171-11D363507950}"/>
          </ac:spMkLst>
        </pc:spChg>
        <pc:spChg chg="mod">
          <ac:chgData name="Moore, Izzy" userId="ea218641-bf08-4cd3-8df8-119adb943259" providerId="ADAL" clId="{52DF74E0-788E-4B5F-B42A-6777E3C08A79}" dt="2025-12-10T06:42:39.882" v="1596" actId="1037"/>
          <ac:spMkLst>
            <pc:docMk/>
            <pc:sldMk cId="70343805" sldId="280"/>
            <ac:spMk id="15" creationId="{CCE3E611-B8D7-4088-075D-0EE09DDAEF3B}"/>
          </ac:spMkLst>
        </pc:spChg>
        <pc:spChg chg="mod">
          <ac:chgData name="Moore, Izzy" userId="ea218641-bf08-4cd3-8df8-119adb943259" providerId="ADAL" clId="{52DF74E0-788E-4B5F-B42A-6777E3C08A79}" dt="2025-12-10T06:43:03.242" v="1600" actId="14100"/>
          <ac:spMkLst>
            <pc:docMk/>
            <pc:sldMk cId="70343805" sldId="280"/>
            <ac:spMk id="16" creationId="{7B441A19-8628-0CFB-5D83-CE5B318B4E71}"/>
          </ac:spMkLst>
        </pc:spChg>
        <pc:spChg chg="mod">
          <ac:chgData name="Moore, Izzy" userId="ea218641-bf08-4cd3-8df8-119adb943259" providerId="ADAL" clId="{52DF74E0-788E-4B5F-B42A-6777E3C08A79}" dt="2025-12-10T06:42:39.882" v="1596" actId="1037"/>
          <ac:spMkLst>
            <pc:docMk/>
            <pc:sldMk cId="70343805" sldId="280"/>
            <ac:spMk id="17" creationId="{5297F593-5E4C-8A3E-077D-6A84EFCC1560}"/>
          </ac:spMkLst>
        </pc:spChg>
        <pc:spChg chg="mod">
          <ac:chgData name="Moore, Izzy" userId="ea218641-bf08-4cd3-8df8-119adb943259" providerId="ADAL" clId="{52DF74E0-788E-4B5F-B42A-6777E3C08A79}" dt="2025-12-10T06:42:39.882" v="1596" actId="1037"/>
          <ac:spMkLst>
            <pc:docMk/>
            <pc:sldMk cId="70343805" sldId="280"/>
            <ac:spMk id="18" creationId="{9EEC870F-769E-F1F0-81FE-C6B8F521ED51}"/>
          </ac:spMkLst>
        </pc:spChg>
        <pc:spChg chg="mod">
          <ac:chgData name="Moore, Izzy" userId="ea218641-bf08-4cd3-8df8-119adb943259" providerId="ADAL" clId="{52DF74E0-788E-4B5F-B42A-6777E3C08A79}" dt="2025-12-10T06:42:39.882" v="1596" actId="1037"/>
          <ac:spMkLst>
            <pc:docMk/>
            <pc:sldMk cId="70343805" sldId="280"/>
            <ac:spMk id="19" creationId="{1FCC89F7-0F5C-2200-7C99-9B7837EA9D79}"/>
          </ac:spMkLst>
        </pc:spChg>
        <pc:spChg chg="mod">
          <ac:chgData name="Moore, Izzy" userId="ea218641-bf08-4cd3-8df8-119adb943259" providerId="ADAL" clId="{52DF74E0-788E-4B5F-B42A-6777E3C08A79}" dt="2025-12-10T06:42:39.882" v="1596" actId="1037"/>
          <ac:spMkLst>
            <pc:docMk/>
            <pc:sldMk cId="70343805" sldId="280"/>
            <ac:spMk id="21" creationId="{7210DB7C-229B-C0CA-E1D0-0FAEAA1874B0}"/>
          </ac:spMkLst>
        </pc:spChg>
        <pc:spChg chg="mod">
          <ac:chgData name="Moore, Izzy" userId="ea218641-bf08-4cd3-8df8-119adb943259" providerId="ADAL" clId="{52DF74E0-788E-4B5F-B42A-6777E3C08A79}" dt="2025-12-10T06:42:39.882" v="1596" actId="1037"/>
          <ac:spMkLst>
            <pc:docMk/>
            <pc:sldMk cId="70343805" sldId="280"/>
            <ac:spMk id="40" creationId="{FB9804EE-2472-4496-6BB3-A4F9021BA5A3}"/>
          </ac:spMkLst>
        </pc:spChg>
        <pc:spChg chg="mod">
          <ac:chgData name="Moore, Izzy" userId="ea218641-bf08-4cd3-8df8-119adb943259" providerId="ADAL" clId="{52DF74E0-788E-4B5F-B42A-6777E3C08A79}" dt="2025-12-10T06:42:39.882" v="1596" actId="1037"/>
          <ac:spMkLst>
            <pc:docMk/>
            <pc:sldMk cId="70343805" sldId="280"/>
            <ac:spMk id="41" creationId="{5EC59EE3-357E-CA51-7C8F-93DEA7376D7A}"/>
          </ac:spMkLst>
        </pc:spChg>
        <pc:spChg chg="mod">
          <ac:chgData name="Moore, Izzy" userId="ea218641-bf08-4cd3-8df8-119adb943259" providerId="ADAL" clId="{52DF74E0-788E-4B5F-B42A-6777E3C08A79}" dt="2025-12-10T06:42:39.882" v="1596" actId="1037"/>
          <ac:spMkLst>
            <pc:docMk/>
            <pc:sldMk cId="70343805" sldId="280"/>
            <ac:spMk id="43" creationId="{FF6CA805-471F-8E3A-04AA-6C02494965C9}"/>
          </ac:spMkLst>
        </pc:spChg>
        <pc:spChg chg="mod">
          <ac:chgData name="Moore, Izzy" userId="ea218641-bf08-4cd3-8df8-119adb943259" providerId="ADAL" clId="{52DF74E0-788E-4B5F-B42A-6777E3C08A79}" dt="2025-12-11T00:28:09.869" v="2022" actId="1036"/>
          <ac:spMkLst>
            <pc:docMk/>
            <pc:sldMk cId="70343805" sldId="280"/>
            <ac:spMk id="46" creationId="{28857368-AD44-D843-0DDE-A23F498B292D}"/>
          </ac:spMkLst>
        </pc:spChg>
        <pc:picChg chg="mod">
          <ac:chgData name="Moore, Izzy" userId="ea218641-bf08-4cd3-8df8-119adb943259" providerId="ADAL" clId="{52DF74E0-788E-4B5F-B42A-6777E3C08A79}" dt="2025-12-11T00:28:04.418" v="2020" actId="1076"/>
          <ac:picMkLst>
            <pc:docMk/>
            <pc:sldMk cId="70343805" sldId="280"/>
            <ac:picMk id="5" creationId="{75FC26CC-6491-48EA-2317-6288E8E0FC0B}"/>
          </ac:picMkLst>
        </pc:picChg>
        <pc:picChg chg="mod">
          <ac:chgData name="Moore, Izzy" userId="ea218641-bf08-4cd3-8df8-119adb943259" providerId="ADAL" clId="{52DF74E0-788E-4B5F-B42A-6777E3C08A79}" dt="2025-12-11T00:28:04.418" v="2020" actId="1076"/>
          <ac:picMkLst>
            <pc:docMk/>
            <pc:sldMk cId="70343805" sldId="280"/>
            <ac:picMk id="7" creationId="{B9466527-D65E-C0B4-280E-00F22391E6F6}"/>
          </ac:picMkLst>
        </pc:picChg>
        <pc:picChg chg="mod">
          <ac:chgData name="Moore, Izzy" userId="ea218641-bf08-4cd3-8df8-119adb943259" providerId="ADAL" clId="{52DF74E0-788E-4B5F-B42A-6777E3C08A79}" dt="2025-12-11T00:28:04.418" v="2020" actId="1076"/>
          <ac:picMkLst>
            <pc:docMk/>
            <pc:sldMk cId="70343805" sldId="280"/>
            <ac:picMk id="9" creationId="{C65375D2-639C-94A0-94D2-8C23B3FC1EFF}"/>
          </ac:picMkLst>
        </pc:picChg>
        <pc:picChg chg="mod">
          <ac:chgData name="Moore, Izzy" userId="ea218641-bf08-4cd3-8df8-119adb943259" providerId="ADAL" clId="{52DF74E0-788E-4B5F-B42A-6777E3C08A79}" dt="2025-12-11T00:28:04.418" v="2020" actId="1076"/>
          <ac:picMkLst>
            <pc:docMk/>
            <pc:sldMk cId="70343805" sldId="280"/>
            <ac:picMk id="11" creationId="{11D20458-248C-0B3A-E674-DE2F7AFD6E31}"/>
          </ac:picMkLst>
        </pc:picChg>
        <pc:picChg chg="mod">
          <ac:chgData name="Moore, Izzy" userId="ea218641-bf08-4cd3-8df8-119adb943259" providerId="ADAL" clId="{52DF74E0-788E-4B5F-B42A-6777E3C08A79}" dt="2025-12-11T00:28:04.418" v="2020" actId="1076"/>
          <ac:picMkLst>
            <pc:docMk/>
            <pc:sldMk cId="70343805" sldId="280"/>
            <ac:picMk id="13" creationId="{2679450B-CBBE-C892-C091-6D5718B08900}"/>
          </ac:picMkLst>
        </pc:picChg>
      </pc:sldChg>
      <pc:sldChg chg="modSp mod">
        <pc:chgData name="Moore, Izzy" userId="ea218641-bf08-4cd3-8df8-119adb943259" providerId="ADAL" clId="{52DF74E0-788E-4B5F-B42A-6777E3C08A79}" dt="2025-12-11T00:27:13.815" v="2017" actId="1035"/>
        <pc:sldMkLst>
          <pc:docMk/>
          <pc:sldMk cId="10235916" sldId="281"/>
        </pc:sldMkLst>
        <pc:spChg chg="mod">
          <ac:chgData name="Moore, Izzy" userId="ea218641-bf08-4cd3-8df8-119adb943259" providerId="ADAL" clId="{52DF74E0-788E-4B5F-B42A-6777E3C08A79}" dt="2025-12-11T00:27:13.815" v="2017" actId="1035"/>
          <ac:spMkLst>
            <pc:docMk/>
            <pc:sldMk cId="10235916" sldId="281"/>
            <ac:spMk id="6" creationId="{44CC3B36-329E-C8FA-E3EB-A179A73E6337}"/>
          </ac:spMkLst>
        </pc:spChg>
        <pc:spChg chg="mod">
          <ac:chgData name="Moore, Izzy" userId="ea218641-bf08-4cd3-8df8-119adb943259" providerId="ADAL" clId="{52DF74E0-788E-4B5F-B42A-6777E3C08A79}" dt="2025-12-11T00:27:07.821" v="2015" actId="1076"/>
          <ac:spMkLst>
            <pc:docMk/>
            <pc:sldMk cId="10235916" sldId="281"/>
            <ac:spMk id="10" creationId="{B2276DAC-7D5F-11D4-A1F7-7946931205BC}"/>
          </ac:spMkLst>
        </pc:spChg>
        <pc:spChg chg="mod">
          <ac:chgData name="Moore, Izzy" userId="ea218641-bf08-4cd3-8df8-119adb943259" providerId="ADAL" clId="{52DF74E0-788E-4B5F-B42A-6777E3C08A79}" dt="2025-12-11T00:27:07.821" v="2015" actId="1076"/>
          <ac:spMkLst>
            <pc:docMk/>
            <pc:sldMk cId="10235916" sldId="281"/>
            <ac:spMk id="11" creationId="{57726CE2-76A8-436D-89C6-EF516E881673}"/>
          </ac:spMkLst>
        </pc:spChg>
        <pc:spChg chg="mod">
          <ac:chgData name="Moore, Izzy" userId="ea218641-bf08-4cd3-8df8-119adb943259" providerId="ADAL" clId="{52DF74E0-788E-4B5F-B42A-6777E3C08A79}" dt="2025-12-11T00:27:07.821" v="2015" actId="1076"/>
          <ac:spMkLst>
            <pc:docMk/>
            <pc:sldMk cId="10235916" sldId="281"/>
            <ac:spMk id="12" creationId="{DA9F6C18-DBFD-25AC-0147-1D3E4E5EFB3C}"/>
          </ac:spMkLst>
        </pc:spChg>
        <pc:picChg chg="mod">
          <ac:chgData name="Moore, Izzy" userId="ea218641-bf08-4cd3-8df8-119adb943259" providerId="ADAL" clId="{52DF74E0-788E-4B5F-B42A-6777E3C08A79}" dt="2025-12-11T00:27:07.821" v="2015" actId="1076"/>
          <ac:picMkLst>
            <pc:docMk/>
            <pc:sldMk cId="10235916" sldId="281"/>
            <ac:picMk id="5" creationId="{CF5A4F32-94E6-8D41-90A6-A95A12FF3D2A}"/>
          </ac:picMkLst>
        </pc:picChg>
        <pc:picChg chg="mod">
          <ac:chgData name="Moore, Izzy" userId="ea218641-bf08-4cd3-8df8-119adb943259" providerId="ADAL" clId="{52DF74E0-788E-4B5F-B42A-6777E3C08A79}" dt="2025-12-11T00:27:07.821" v="2015" actId="1076"/>
          <ac:picMkLst>
            <pc:docMk/>
            <pc:sldMk cId="10235916" sldId="281"/>
            <ac:picMk id="7" creationId="{D6EAF856-575F-EEA5-A031-C261D6FF3495}"/>
          </ac:picMkLst>
        </pc:picChg>
        <pc:picChg chg="mod">
          <ac:chgData name="Moore, Izzy" userId="ea218641-bf08-4cd3-8df8-119adb943259" providerId="ADAL" clId="{52DF74E0-788E-4B5F-B42A-6777E3C08A79}" dt="2025-12-11T00:27:07.821" v="2015" actId="1076"/>
          <ac:picMkLst>
            <pc:docMk/>
            <pc:sldMk cId="10235916" sldId="281"/>
            <ac:picMk id="9" creationId="{F1A695C7-6E76-7F77-DCBB-B2A823B77EFD}"/>
          </ac:picMkLst>
        </pc:picChg>
      </pc:sldChg>
      <pc:sldChg chg="addSp delSp modSp mod">
        <pc:chgData name="Moore, Izzy" userId="ea218641-bf08-4cd3-8df8-119adb943259" providerId="ADAL" clId="{52DF74E0-788E-4B5F-B42A-6777E3C08A79}" dt="2025-12-11T00:21:13.581" v="2013" actId="20577"/>
        <pc:sldMkLst>
          <pc:docMk/>
          <pc:sldMk cId="2004319689" sldId="282"/>
        </pc:sldMkLst>
        <pc:spChg chg="add del mod">
          <ac:chgData name="Moore, Izzy" userId="ea218641-bf08-4cd3-8df8-119adb943259" providerId="ADAL" clId="{52DF74E0-788E-4B5F-B42A-6777E3C08A79}" dt="2025-12-11T00:13:56.046" v="1795" actId="3680"/>
          <ac:spMkLst>
            <pc:docMk/>
            <pc:sldMk cId="2004319689" sldId="282"/>
            <ac:spMk id="5" creationId="{D0E874A8-1365-F686-D63D-38CD2384EA5B}"/>
          </ac:spMkLst>
        </pc:spChg>
        <pc:spChg chg="del">
          <ac:chgData name="Moore, Izzy" userId="ea218641-bf08-4cd3-8df8-119adb943259" providerId="ADAL" clId="{52DF74E0-788E-4B5F-B42A-6777E3C08A79}" dt="2025-12-11T00:11:28.668" v="1780"/>
          <ac:spMkLst>
            <pc:docMk/>
            <pc:sldMk cId="2004319689" sldId="282"/>
            <ac:spMk id="13" creationId="{02DED4B2-DBD9-C549-C66B-5985E7C803C0}"/>
          </ac:spMkLst>
        </pc:spChg>
        <pc:graphicFrameChg chg="add del mod modGraphic">
          <ac:chgData name="Moore, Izzy" userId="ea218641-bf08-4cd3-8df8-119adb943259" providerId="ADAL" clId="{52DF74E0-788E-4B5F-B42A-6777E3C08A79}" dt="2025-12-11T00:13:17.065" v="1794" actId="478"/>
          <ac:graphicFrameMkLst>
            <pc:docMk/>
            <pc:sldMk cId="2004319689" sldId="282"/>
            <ac:graphicFrameMk id="3" creationId="{DDE7B6B9-A065-A621-9D97-A4CFB107C5DA}"/>
          </ac:graphicFrameMkLst>
        </pc:graphicFrameChg>
        <pc:graphicFrameChg chg="add mod ord modGraphic">
          <ac:chgData name="Moore, Izzy" userId="ea218641-bf08-4cd3-8df8-119adb943259" providerId="ADAL" clId="{52DF74E0-788E-4B5F-B42A-6777E3C08A79}" dt="2025-12-11T00:21:13.581" v="2013" actId="20577"/>
          <ac:graphicFrameMkLst>
            <pc:docMk/>
            <pc:sldMk cId="2004319689" sldId="282"/>
            <ac:graphicFrameMk id="6" creationId="{0A86C4A3-D58A-F952-D0DB-B0C13E1D87FD}"/>
          </ac:graphicFrameMkLst>
        </pc:graphicFrameChg>
        <pc:graphicFrameChg chg="add mod">
          <ac:chgData name="Moore, Izzy" userId="ea218641-bf08-4cd3-8df8-119adb943259" providerId="ADAL" clId="{52DF74E0-788E-4B5F-B42A-6777E3C08A79}" dt="2025-12-11T00:14:13.464" v="1799"/>
          <ac:graphicFrameMkLst>
            <pc:docMk/>
            <pc:sldMk cId="2004319689" sldId="282"/>
            <ac:graphicFrameMk id="8" creationId="{7A917241-2EEB-C4BF-8110-53005EB3B055}"/>
          </ac:graphicFrameMkLst>
        </pc:graphicFrameChg>
      </pc:sldChg>
      <pc:sldMasterChg chg="setBg modSldLayout">
        <pc:chgData name="Moore, Izzy" userId="ea218641-bf08-4cd3-8df8-119adb943259" providerId="ADAL" clId="{52DF74E0-788E-4B5F-B42A-6777E3C08A79}" dt="2025-12-10T03:14:02.964" v="395"/>
        <pc:sldMasterMkLst>
          <pc:docMk/>
          <pc:sldMasterMk cId="1558786261" sldId="2147483648"/>
        </pc:sldMasterMkLst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3319123749" sldId="2147483649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671406502" sldId="2147483650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2803191013" sldId="2147483651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2542957610" sldId="2147483652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1751979927" sldId="2147483653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3941669002" sldId="2147483654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977575131" sldId="2147483655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2538904368" sldId="2147483656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3890600238" sldId="2147483657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1609066597" sldId="2147483658"/>
          </pc:sldLayoutMkLst>
        </pc:sldLayoutChg>
        <pc:sldLayoutChg chg="setBg">
          <pc:chgData name="Moore, Izzy" userId="ea218641-bf08-4cd3-8df8-119adb943259" providerId="ADAL" clId="{52DF74E0-788E-4B5F-B42A-6777E3C08A79}" dt="2025-12-10T03:14:02.964" v="395"/>
          <pc:sldLayoutMkLst>
            <pc:docMk/>
            <pc:sldMasterMk cId="1558786261" sldId="2147483648"/>
            <pc:sldLayoutMk cId="604548912" sldId="2147483659"/>
          </pc:sldLayoutMkLst>
        </pc:sldLayoutChg>
      </pc:sldMasterChg>
    </pc:docChg>
  </pc:docChgLst>
  <pc:docChgLst>
    <pc:chgData name="Saban, Michael" userId="74cb2b79-f8f3-466c-905c-ccfc18d9a6c5" providerId="ADAL" clId="{3C043B1A-EA3C-4B3E-9474-E4CEB7A24149}"/>
    <pc:docChg chg="modSld">
      <pc:chgData name="Saban, Michael" userId="74cb2b79-f8f3-466c-905c-ccfc18d9a6c5" providerId="ADAL" clId="{3C043B1A-EA3C-4B3E-9474-E4CEB7A24149}" dt="2025-12-11T00:50:54.711" v="157" actId="122"/>
      <pc:docMkLst>
        <pc:docMk/>
      </pc:docMkLst>
      <pc:sldChg chg="modSp mod modNotesTx">
        <pc:chgData name="Saban, Michael" userId="74cb2b79-f8f3-466c-905c-ccfc18d9a6c5" providerId="ADAL" clId="{3C043B1A-EA3C-4B3E-9474-E4CEB7A24149}" dt="2025-12-11T00:31:45.505" v="88" actId="20577"/>
        <pc:sldMkLst>
          <pc:docMk/>
          <pc:sldMk cId="385387307" sldId="257"/>
        </pc:sldMkLst>
        <pc:spChg chg="mod">
          <ac:chgData name="Saban, Michael" userId="74cb2b79-f8f3-466c-905c-ccfc18d9a6c5" providerId="ADAL" clId="{3C043B1A-EA3C-4B3E-9474-E4CEB7A24149}" dt="2025-12-10T23:55:47.919" v="57" actId="20577"/>
          <ac:spMkLst>
            <pc:docMk/>
            <pc:sldMk cId="385387307" sldId="257"/>
            <ac:spMk id="3" creationId="{FB5CA7C6-BC38-5300-D0C3-704ABB3A6A61}"/>
          </ac:spMkLst>
        </pc:spChg>
      </pc:sldChg>
      <pc:sldChg chg="modNotesTx">
        <pc:chgData name="Saban, Michael" userId="74cb2b79-f8f3-466c-905c-ccfc18d9a6c5" providerId="ADAL" clId="{3C043B1A-EA3C-4B3E-9474-E4CEB7A24149}" dt="2025-12-11T00:31:51.145" v="90" actId="20577"/>
        <pc:sldMkLst>
          <pc:docMk/>
          <pc:sldMk cId="3883282150" sldId="258"/>
        </pc:sldMkLst>
      </pc:sldChg>
      <pc:sldChg chg="modNotesTx">
        <pc:chgData name="Saban, Michael" userId="74cb2b79-f8f3-466c-905c-ccfc18d9a6c5" providerId="ADAL" clId="{3C043B1A-EA3C-4B3E-9474-E4CEB7A24149}" dt="2025-12-11T00:32:17.568" v="98" actId="20577"/>
        <pc:sldMkLst>
          <pc:docMk/>
          <pc:sldMk cId="2459638987" sldId="260"/>
        </pc:sldMkLst>
      </pc:sldChg>
      <pc:sldChg chg="modSp modNotesTx">
        <pc:chgData name="Saban, Michael" userId="74cb2b79-f8f3-466c-905c-ccfc18d9a6c5" providerId="ADAL" clId="{3C043B1A-EA3C-4B3E-9474-E4CEB7A24149}" dt="2025-12-11T00:32:19.849" v="100" actId="20577"/>
        <pc:sldMkLst>
          <pc:docMk/>
          <pc:sldMk cId="2362351439" sldId="261"/>
        </pc:sldMkLst>
        <pc:graphicFrameChg chg="mod">
          <ac:chgData name="Saban, Michael" userId="74cb2b79-f8f3-466c-905c-ccfc18d9a6c5" providerId="ADAL" clId="{3C043B1A-EA3C-4B3E-9474-E4CEB7A24149}" dt="2025-12-10T23:35:30.897" v="12" actId="692"/>
          <ac:graphicFrameMkLst>
            <pc:docMk/>
            <pc:sldMk cId="2362351439" sldId="261"/>
            <ac:graphicFrameMk id="8" creationId="{313872AB-83C1-77D5-45DB-0C21C2C6924A}"/>
          </ac:graphicFrameMkLst>
        </pc:graphicFrameChg>
      </pc:sldChg>
      <pc:sldChg chg="modNotesTx">
        <pc:chgData name="Saban, Michael" userId="74cb2b79-f8f3-466c-905c-ccfc18d9a6c5" providerId="ADAL" clId="{3C043B1A-EA3C-4B3E-9474-E4CEB7A24149}" dt="2025-12-11T00:32:57.301" v="119" actId="20577"/>
        <pc:sldMkLst>
          <pc:docMk/>
          <pc:sldMk cId="3919974531" sldId="263"/>
        </pc:sldMkLst>
      </pc:sldChg>
      <pc:sldChg chg="modSp mod modNotesTx">
        <pc:chgData name="Saban, Michael" userId="74cb2b79-f8f3-466c-905c-ccfc18d9a6c5" providerId="ADAL" clId="{3C043B1A-EA3C-4B3E-9474-E4CEB7A24149}" dt="2025-12-11T00:50:54.711" v="157" actId="122"/>
        <pc:sldMkLst>
          <pc:docMk/>
          <pc:sldMk cId="250723908" sldId="264"/>
        </pc:sldMkLst>
        <pc:graphicFrameChg chg="mod modGraphic">
          <ac:chgData name="Saban, Michael" userId="74cb2b79-f8f3-466c-905c-ccfc18d9a6c5" providerId="ADAL" clId="{3C043B1A-EA3C-4B3E-9474-E4CEB7A24149}" dt="2025-12-11T00:50:54.711" v="157" actId="122"/>
          <ac:graphicFrameMkLst>
            <pc:docMk/>
            <pc:sldMk cId="250723908" sldId="264"/>
            <ac:graphicFrameMk id="4" creationId="{34A197A0-419A-4356-9306-047DA3C1D2D2}"/>
          </ac:graphicFrameMkLst>
        </pc:graphicFrameChg>
      </pc:sldChg>
      <pc:sldChg chg="modSp mod modNotesTx">
        <pc:chgData name="Saban, Michael" userId="74cb2b79-f8f3-466c-905c-ccfc18d9a6c5" providerId="ADAL" clId="{3C043B1A-EA3C-4B3E-9474-E4CEB7A24149}" dt="2025-12-11T00:33:30.505" v="128" actId="20577"/>
        <pc:sldMkLst>
          <pc:docMk/>
          <pc:sldMk cId="3443625887" sldId="265"/>
        </pc:sldMkLst>
        <pc:spChg chg="mod">
          <ac:chgData name="Saban, Michael" userId="74cb2b79-f8f3-466c-905c-ccfc18d9a6c5" providerId="ADAL" clId="{3C043B1A-EA3C-4B3E-9474-E4CEB7A24149}" dt="2025-12-11T00:05:51.452" v="65" actId="20577"/>
          <ac:spMkLst>
            <pc:docMk/>
            <pc:sldMk cId="3443625887" sldId="265"/>
            <ac:spMk id="3" creationId="{B85E6C15-2F93-EE55-95F2-7E895287D299}"/>
          </ac:spMkLst>
        </pc:spChg>
      </pc:sldChg>
      <pc:sldChg chg="modNotesTx">
        <pc:chgData name="Saban, Michael" userId="74cb2b79-f8f3-466c-905c-ccfc18d9a6c5" providerId="ADAL" clId="{3C043B1A-EA3C-4B3E-9474-E4CEB7A24149}" dt="2025-12-11T00:32:14.474" v="96" actId="20577"/>
        <pc:sldMkLst>
          <pc:docMk/>
          <pc:sldMk cId="435826731" sldId="267"/>
        </pc:sldMkLst>
      </pc:sldChg>
      <pc:sldChg chg="modNotesTx">
        <pc:chgData name="Saban, Michael" userId="74cb2b79-f8f3-466c-905c-ccfc18d9a6c5" providerId="ADAL" clId="{3C043B1A-EA3C-4B3E-9474-E4CEB7A24149}" dt="2025-12-11T00:31:53.818" v="92" actId="20577"/>
        <pc:sldMkLst>
          <pc:docMk/>
          <pc:sldMk cId="497451224" sldId="269"/>
        </pc:sldMkLst>
      </pc:sldChg>
      <pc:sldChg chg="modNotesTx">
        <pc:chgData name="Saban, Michael" userId="74cb2b79-f8f3-466c-905c-ccfc18d9a6c5" providerId="ADAL" clId="{3C043B1A-EA3C-4B3E-9474-E4CEB7A24149}" dt="2025-12-11T00:32:00.832" v="94" actId="20577"/>
        <pc:sldMkLst>
          <pc:docMk/>
          <pc:sldMk cId="107313818" sldId="270"/>
        </pc:sldMkLst>
      </pc:sldChg>
      <pc:sldChg chg="modNotesTx">
        <pc:chgData name="Saban, Michael" userId="74cb2b79-f8f3-466c-905c-ccfc18d9a6c5" providerId="ADAL" clId="{3C043B1A-EA3C-4B3E-9474-E4CEB7A24149}" dt="2025-12-11T00:32:29.051" v="108" actId="20577"/>
        <pc:sldMkLst>
          <pc:docMk/>
          <pc:sldMk cId="678990957" sldId="273"/>
        </pc:sldMkLst>
      </pc:sldChg>
      <pc:sldChg chg="mod modNotesTx">
        <pc:chgData name="Saban, Michael" userId="74cb2b79-f8f3-466c-905c-ccfc18d9a6c5" providerId="ADAL" clId="{3C043B1A-EA3C-4B3E-9474-E4CEB7A24149}" dt="2025-12-11T00:32:47.442" v="115" actId="20577"/>
        <pc:sldMkLst>
          <pc:docMk/>
          <pc:sldMk cId="1066910899" sldId="274"/>
        </pc:sldMkLst>
      </pc:sldChg>
      <pc:sldChg chg="modNotesTx">
        <pc:chgData name="Saban, Michael" userId="74cb2b79-f8f3-466c-905c-ccfc18d9a6c5" providerId="ADAL" clId="{3C043B1A-EA3C-4B3E-9474-E4CEB7A24149}" dt="2025-12-11T00:32:52.052" v="117" actId="20577"/>
        <pc:sldMkLst>
          <pc:docMk/>
          <pc:sldMk cId="2667405195" sldId="275"/>
        </pc:sldMkLst>
      </pc:sldChg>
      <pc:sldChg chg="modNotesTx">
        <pc:chgData name="Saban, Michael" userId="74cb2b79-f8f3-466c-905c-ccfc18d9a6c5" providerId="ADAL" clId="{3C043B1A-EA3C-4B3E-9474-E4CEB7A24149}" dt="2025-12-11T00:32:36.598" v="111" actId="20577"/>
        <pc:sldMkLst>
          <pc:docMk/>
          <pc:sldMk cId="3810675335" sldId="276"/>
        </pc:sldMkLst>
      </pc:sldChg>
      <pc:sldChg chg="modNotesTx">
        <pc:chgData name="Saban, Michael" userId="74cb2b79-f8f3-466c-905c-ccfc18d9a6c5" providerId="ADAL" clId="{3C043B1A-EA3C-4B3E-9474-E4CEB7A24149}" dt="2025-12-11T00:33:13.364" v="122" actId="20577"/>
        <pc:sldMkLst>
          <pc:docMk/>
          <pc:sldMk cId="42973252" sldId="278"/>
        </pc:sldMkLst>
      </pc:sldChg>
      <pc:sldChg chg="modNotesTx">
        <pc:chgData name="Saban, Michael" userId="74cb2b79-f8f3-466c-905c-ccfc18d9a6c5" providerId="ADAL" clId="{3C043B1A-EA3C-4B3E-9474-E4CEB7A24149}" dt="2025-12-11T00:32:26.582" v="106" actId="20577"/>
        <pc:sldMkLst>
          <pc:docMk/>
          <pc:sldMk cId="70343805" sldId="280"/>
        </pc:sldMkLst>
      </pc:sldChg>
      <pc:sldChg chg="modSp modNotesTx">
        <pc:chgData name="Saban, Michael" userId="74cb2b79-f8f3-466c-905c-ccfc18d9a6c5" providerId="ADAL" clId="{3C043B1A-EA3C-4B3E-9474-E4CEB7A24149}" dt="2025-12-11T00:32:23.661" v="102" actId="20577"/>
        <pc:sldMkLst>
          <pc:docMk/>
          <pc:sldMk cId="10235916" sldId="281"/>
        </pc:sldMkLst>
        <pc:graphicFrameChg chg="mod">
          <ac:chgData name="Saban, Michael" userId="74cb2b79-f8f3-466c-905c-ccfc18d9a6c5" providerId="ADAL" clId="{3C043B1A-EA3C-4B3E-9474-E4CEB7A24149}" dt="2025-12-11T00:26:09.925" v="82" actId="692"/>
          <ac:graphicFrameMkLst>
            <pc:docMk/>
            <pc:sldMk cId="10235916" sldId="281"/>
            <ac:graphicFrameMk id="3" creationId="{583633EF-F72D-6A6A-0AFD-52F1FD2FF1A5}"/>
          </ac:graphicFrameMkLst>
        </pc:graphicFrameChg>
        <pc:graphicFrameChg chg="mod">
          <ac:chgData name="Saban, Michael" userId="74cb2b79-f8f3-466c-905c-ccfc18d9a6c5" providerId="ADAL" clId="{3C043B1A-EA3C-4B3E-9474-E4CEB7A24149}" dt="2025-12-11T00:26:23.331" v="85" actId="692"/>
          <ac:graphicFrameMkLst>
            <pc:docMk/>
            <pc:sldMk cId="10235916" sldId="281"/>
            <ac:graphicFrameMk id="13" creationId="{C294B046-E7C1-9D6D-B616-15B4DAA3B642}"/>
          </ac:graphicFrameMkLst>
        </pc:graphicFrameChg>
      </pc:sldChg>
      <pc:sldChg chg="modNotesTx">
        <pc:chgData name="Saban, Michael" userId="74cb2b79-f8f3-466c-905c-ccfc18d9a6c5" providerId="ADAL" clId="{3C043B1A-EA3C-4B3E-9474-E4CEB7A24149}" dt="2025-12-11T00:33:16.286" v="124" actId="20577"/>
        <pc:sldMkLst>
          <pc:docMk/>
          <pc:sldMk cId="2004319689" sldId="28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5_8CCE9F4F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9_9C300C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9_9C300C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loyolauniversitychicago-my.sharepoint.com/personal/msaban_luc_edu/Documents/Coursework/COMP%20464/Final%20Project/COMP464_Final_Benchmark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Runtime vs Grid Size for Serial and OpenMP Implementations of SIR</a:t>
            </a:r>
            <a:r>
              <a:rPr lang="en-US" baseline="0"/>
              <a:t> Simulation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Serial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Sheet1!$D$2:$D$7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Sheet1!$F$2:$F$7</c:f>
              <c:numCache>
                <c:formatCode>General</c:formatCode>
                <c:ptCount val="6"/>
                <c:pt idx="0">
                  <c:v>10.1472</c:v>
                </c:pt>
                <c:pt idx="1">
                  <c:v>37.576099999999997</c:v>
                </c:pt>
                <c:pt idx="2">
                  <c:v>153.69399999999999</c:v>
                </c:pt>
                <c:pt idx="3">
                  <c:v>984.98099999999999</c:v>
                </c:pt>
                <c:pt idx="4">
                  <c:v>3715.41</c:v>
                </c:pt>
                <c:pt idx="5">
                  <c:v>15741.2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E84-4626-B3A7-1B3ACD4EA13B}"/>
            </c:ext>
          </c:extLst>
        </c:ser>
        <c:ser>
          <c:idx val="1"/>
          <c:order val="1"/>
          <c:tx>
            <c:v>OpenMP (1 thread)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Sheet1!$D$8:$D$13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Sheet1!$F$8:$F$13</c:f>
              <c:numCache>
                <c:formatCode>General</c:formatCode>
                <c:ptCount val="6"/>
                <c:pt idx="0">
                  <c:v>18.944900000000001</c:v>
                </c:pt>
                <c:pt idx="1">
                  <c:v>72.347399999999993</c:v>
                </c:pt>
                <c:pt idx="2">
                  <c:v>270.108</c:v>
                </c:pt>
                <c:pt idx="3">
                  <c:v>1820.39</c:v>
                </c:pt>
                <c:pt idx="4">
                  <c:v>7118.34</c:v>
                </c:pt>
                <c:pt idx="5">
                  <c:v>27532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E84-4626-B3A7-1B3ACD4EA13B}"/>
            </c:ext>
          </c:extLst>
        </c:ser>
        <c:ser>
          <c:idx val="2"/>
          <c:order val="2"/>
          <c:tx>
            <c:v>OpenMP (2 threads)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Sheet1!$D$14:$D$19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Sheet1!$F$14:$F$19</c:f>
              <c:numCache>
                <c:formatCode>General</c:formatCode>
                <c:ptCount val="6"/>
                <c:pt idx="0">
                  <c:v>9.0174199999999995</c:v>
                </c:pt>
                <c:pt idx="1">
                  <c:v>37.260300000000001</c:v>
                </c:pt>
                <c:pt idx="2">
                  <c:v>147.09100000000001</c:v>
                </c:pt>
                <c:pt idx="3">
                  <c:v>768.62800000000004</c:v>
                </c:pt>
                <c:pt idx="4">
                  <c:v>3296.16</c:v>
                </c:pt>
                <c:pt idx="5">
                  <c:v>5197.59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E84-4626-B3A7-1B3ACD4EA13B}"/>
            </c:ext>
          </c:extLst>
        </c:ser>
        <c:ser>
          <c:idx val="3"/>
          <c:order val="3"/>
          <c:tx>
            <c:v>OpenMP (4 threads)</c:v>
          </c:tx>
          <c:spPr>
            <a:ln w="19050" cap="rnd">
              <a:solidFill>
                <a:srgbClr val="0D3A4E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0D3A4E"/>
              </a:solidFill>
              <a:ln w="9525">
                <a:solidFill>
                  <a:srgbClr val="0D3A4E"/>
                </a:solidFill>
              </a:ln>
              <a:effectLst/>
            </c:spPr>
          </c:marker>
          <c:xVal>
            <c:numRef>
              <c:f>Sheet1!$D$20:$D$25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Sheet1!$F$20:$F$25</c:f>
              <c:numCache>
                <c:formatCode>General</c:formatCode>
                <c:ptCount val="6"/>
                <c:pt idx="0">
                  <c:v>1.5293300000000001</c:v>
                </c:pt>
                <c:pt idx="1">
                  <c:v>19.9206</c:v>
                </c:pt>
                <c:pt idx="2">
                  <c:v>74.463200000000001</c:v>
                </c:pt>
                <c:pt idx="3">
                  <c:v>490.16300000000001</c:v>
                </c:pt>
                <c:pt idx="4">
                  <c:v>795.21100000000001</c:v>
                </c:pt>
                <c:pt idx="5">
                  <c:v>2435.89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E84-4626-B3A7-1B3ACD4EA13B}"/>
            </c:ext>
          </c:extLst>
        </c:ser>
        <c:ser>
          <c:idx val="4"/>
          <c:order val="4"/>
          <c:tx>
            <c:v>OpenMP (8 threads)</c:v>
          </c:tx>
          <c:spPr>
            <a:ln w="19050" cap="rnd">
              <a:solidFill>
                <a:srgbClr val="103616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103616"/>
              </a:solidFill>
              <a:ln w="9525">
                <a:solidFill>
                  <a:srgbClr val="103616"/>
                </a:solidFill>
              </a:ln>
              <a:effectLst/>
            </c:spPr>
          </c:marker>
          <c:xVal>
            <c:numRef>
              <c:f>Sheet1!$D$26:$D$31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Sheet1!$F$26:$F$31</c:f>
              <c:numCache>
                <c:formatCode>General</c:formatCode>
                <c:ptCount val="6"/>
                <c:pt idx="0">
                  <c:v>2.24614</c:v>
                </c:pt>
                <c:pt idx="1">
                  <c:v>9.6973199999999995</c:v>
                </c:pt>
                <c:pt idx="2">
                  <c:v>38.018300000000004</c:v>
                </c:pt>
                <c:pt idx="3">
                  <c:v>245.98400000000001</c:v>
                </c:pt>
                <c:pt idx="4">
                  <c:v>758.09299999999996</c:v>
                </c:pt>
                <c:pt idx="5">
                  <c:v>2417.1999999999998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E84-4626-B3A7-1B3ACD4EA13B}"/>
            </c:ext>
          </c:extLst>
        </c:ser>
        <c:ser>
          <c:idx val="5"/>
          <c:order val="5"/>
          <c:tx>
            <c:v>OpenMP (16 threads)</c:v>
          </c:tx>
          <c:spPr>
            <a:ln w="19050" cap="rnd">
              <a:solidFill>
                <a:srgbClr val="601A58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601A58"/>
              </a:solidFill>
              <a:ln w="9525">
                <a:solidFill>
                  <a:srgbClr val="601A58"/>
                </a:solidFill>
              </a:ln>
              <a:effectLst/>
            </c:spPr>
          </c:marker>
          <c:xVal>
            <c:numRef>
              <c:f>Sheet1!$D$32:$D$37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Sheet1!$F$32:$F$37</c:f>
              <c:numCache>
                <c:formatCode>General</c:formatCode>
                <c:ptCount val="6"/>
                <c:pt idx="0">
                  <c:v>1.43482</c:v>
                </c:pt>
                <c:pt idx="1">
                  <c:v>5.1630900000000004</c:v>
                </c:pt>
                <c:pt idx="2">
                  <c:v>14.9361</c:v>
                </c:pt>
                <c:pt idx="3">
                  <c:v>105.21299999999999</c:v>
                </c:pt>
                <c:pt idx="4">
                  <c:v>397.67700000000002</c:v>
                </c:pt>
                <c:pt idx="5">
                  <c:v>1428.63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E84-4626-B3A7-1B3ACD4EA1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1588159"/>
        <c:axId val="181589119"/>
      </c:scatterChart>
      <c:valAx>
        <c:axId val="181588159"/>
        <c:scaling>
          <c:logBase val="10"/>
          <c:orientation val="minMax"/>
          <c:max val="30000"/>
          <c:min val="3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Grid Width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89119"/>
        <c:crosses val="autoZero"/>
        <c:crossBetween val="midCat"/>
      </c:valAx>
      <c:valAx>
        <c:axId val="181589119"/>
        <c:scaling>
          <c:logBase val="10"/>
          <c:orientation val="minMax"/>
          <c:max val="3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8815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Speedup vs Threads for OpenMP SIR Simulation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500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(Sheet1!$I$8,Sheet1!$I$14,Sheet1!$I$20,Sheet1!$I$26,Sheet1!$I$32)</c:f>
              <c:numCache>
                <c:formatCode>General</c:formatCode>
                <c:ptCount val="5"/>
                <c:pt idx="0">
                  <c:v>1</c:v>
                </c:pt>
                <c:pt idx="1">
                  <c:v>2.1009224367945598</c:v>
                </c:pt>
                <c:pt idx="2">
                  <c:v>12.387712266155768</c:v>
                </c:pt>
                <c:pt idx="3">
                  <c:v>8.4344252807037847</c:v>
                </c:pt>
                <c:pt idx="4">
                  <c:v>13.203677116293333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078-4B09-A8B9-FBCE9AC9FBCA}"/>
            </c:ext>
          </c:extLst>
        </c:ser>
        <c:ser>
          <c:idx val="1"/>
          <c:order val="1"/>
          <c:tx>
            <c:v>1000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(Sheet1!$B$9,Sheet1!$B$15,Sheet1!$B$21,Sheet1!$B$27,Sheet1!$B$33)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(Sheet1!$I$9,Sheet1!$I$15,Sheet1!$I$21,Sheet1!$I$27,Sheet1!$I$33)</c:f>
              <c:numCache>
                <c:formatCode>General</c:formatCode>
                <c:ptCount val="5"/>
                <c:pt idx="0">
                  <c:v>1</c:v>
                </c:pt>
                <c:pt idx="1">
                  <c:v>1.9416751878004201</c:v>
                </c:pt>
                <c:pt idx="2">
                  <c:v>3.6317881991506278</c:v>
                </c:pt>
                <c:pt idx="3">
                  <c:v>7.4605561124104387</c:v>
                </c:pt>
                <c:pt idx="4">
                  <c:v>14.01242279332725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078-4B09-A8B9-FBCE9AC9FBCA}"/>
            </c:ext>
          </c:extLst>
        </c:ser>
        <c:ser>
          <c:idx val="2"/>
          <c:order val="2"/>
          <c:tx>
            <c:v>2000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(Sheet1!$B$10,Sheet1!$B$16,Sheet1!$B$22,Sheet1!$B$28,Sheet1!$B$34)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(Sheet1!$I$10,Sheet1!$I$16,Sheet1!$I$22,Sheet1!$I$28,Sheet1!$I$34)</c:f>
              <c:numCache>
                <c:formatCode>General</c:formatCode>
                <c:ptCount val="5"/>
                <c:pt idx="0">
                  <c:v>1</c:v>
                </c:pt>
                <c:pt idx="1">
                  <c:v>1.836332610424839</c:v>
                </c:pt>
                <c:pt idx="2">
                  <c:v>3.6274025290344762</c:v>
                </c:pt>
                <c:pt idx="3">
                  <c:v>7.1046837970135428</c:v>
                </c:pt>
                <c:pt idx="4">
                  <c:v>18.084238857533091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078-4B09-A8B9-FBCE9AC9FBCA}"/>
            </c:ext>
          </c:extLst>
        </c:ser>
        <c:ser>
          <c:idx val="3"/>
          <c:order val="3"/>
          <c:tx>
            <c:v>5000</c:v>
          </c:tx>
          <c:spPr>
            <a:ln w="19050" cap="rnd">
              <a:solidFill>
                <a:srgbClr val="0D3A4E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0D3A4E"/>
              </a:solidFill>
              <a:ln w="9525">
                <a:solidFill>
                  <a:srgbClr val="0D3A4E"/>
                </a:solidFill>
              </a:ln>
              <a:effectLst/>
            </c:spPr>
          </c:marker>
          <c:xVal>
            <c:numRef>
              <c:f>(Sheet1!$B$11,Sheet1!$B$17,Sheet1!$B$23,Sheet1!$B$29,Sheet1!$B$35)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(Sheet1!$I$11,Sheet1!$I$17,Sheet1!$I$23,Sheet1!$I$29,Sheet1!$I$35)</c:f>
              <c:numCache>
                <c:formatCode>General</c:formatCode>
                <c:ptCount val="5"/>
                <c:pt idx="0">
                  <c:v>1</c:v>
                </c:pt>
                <c:pt idx="1">
                  <c:v>2.3683628491285771</c:v>
                </c:pt>
                <c:pt idx="2">
                  <c:v>3.713846210342274</c:v>
                </c:pt>
                <c:pt idx="3">
                  <c:v>7.4004406790685575</c:v>
                </c:pt>
                <c:pt idx="4">
                  <c:v>17.301949378879037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078-4B09-A8B9-FBCE9AC9FBCA}"/>
            </c:ext>
          </c:extLst>
        </c:ser>
        <c:ser>
          <c:idx val="4"/>
          <c:order val="4"/>
          <c:tx>
            <c:v>10000</c:v>
          </c:tx>
          <c:spPr>
            <a:ln w="19050" cap="rnd">
              <a:solidFill>
                <a:srgbClr val="103616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103616"/>
              </a:solidFill>
              <a:ln w="9525">
                <a:solidFill>
                  <a:srgbClr val="103616"/>
                </a:solidFill>
              </a:ln>
              <a:effectLst/>
            </c:spPr>
          </c:marker>
          <c:xVal>
            <c:numRef>
              <c:f>(Sheet1!$B$12,Sheet1!$B$18,Sheet1!$B$24,Sheet1!$B$30,Sheet1!$B$36)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(Sheet1!$I$12,Sheet1!$I$18,Sheet1!$I$24,Sheet1!$I$30,Sheet1!$I$36)</c:f>
              <c:numCache>
                <c:formatCode>General</c:formatCode>
                <c:ptCount val="5"/>
                <c:pt idx="0">
                  <c:v>1</c:v>
                </c:pt>
                <c:pt idx="1">
                  <c:v>2.1595856997233147</c:v>
                </c:pt>
                <c:pt idx="2">
                  <c:v>8.9515109826197072</c:v>
                </c:pt>
                <c:pt idx="3">
                  <c:v>9.3897978216392985</c:v>
                </c:pt>
                <c:pt idx="4">
                  <c:v>17.899803106541238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078-4B09-A8B9-FBCE9AC9FBCA}"/>
            </c:ext>
          </c:extLst>
        </c:ser>
        <c:ser>
          <c:idx val="5"/>
          <c:order val="5"/>
          <c:tx>
            <c:v>20000</c:v>
          </c:tx>
          <c:spPr>
            <a:ln w="19050" cap="rnd">
              <a:solidFill>
                <a:srgbClr val="601A58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601A58"/>
              </a:solidFill>
              <a:ln w="9525">
                <a:solidFill>
                  <a:srgbClr val="601A58"/>
                </a:solidFill>
              </a:ln>
              <a:effectLst/>
            </c:spPr>
          </c:marker>
          <c:xVal>
            <c:numRef>
              <c:f>(Sheet1!$B$13,Sheet1!$B$19,Sheet1!$B$25,Sheet1!$B$31,Sheet1!$B$37)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(Sheet1!$I$13,Sheet1!$I$19,Sheet1!$I$25,Sheet1!$I$31,Sheet1!$I$37)</c:f>
              <c:numCache>
                <c:formatCode>General</c:formatCode>
                <c:ptCount val="5"/>
                <c:pt idx="0">
                  <c:v>1</c:v>
                </c:pt>
                <c:pt idx="1">
                  <c:v>5.2970703729997943</c:v>
                </c:pt>
                <c:pt idx="2">
                  <c:v>11.302645029126932</c:v>
                </c:pt>
                <c:pt idx="3">
                  <c:v>11.390038060565946</c:v>
                </c:pt>
                <c:pt idx="4">
                  <c:v>19.271609863995575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B078-4B09-A8B9-FBCE9AC9FBCA}"/>
            </c:ext>
          </c:extLst>
        </c:ser>
        <c:ser>
          <c:idx val="6"/>
          <c:order val="6"/>
          <c:tx>
            <c:v>Ideal</c:v>
          </c:tx>
          <c:spPr>
            <a:ln w="1905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squar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B078-4B09-A8B9-FBCE9AC9F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974671"/>
        <c:axId val="135975151"/>
      </c:scatterChart>
      <c:valAx>
        <c:axId val="135974671"/>
        <c:scaling>
          <c:orientation val="minMax"/>
          <c:max val="16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Threads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75151"/>
        <c:crosses val="autoZero"/>
        <c:crossBetween val="midCat"/>
      </c:valAx>
      <c:valAx>
        <c:axId val="135975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Speedup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746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Efficiency vs Threads for OpenMP SIR Simulation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500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(Sheet1!$J$8,Sheet1!$J$14,Sheet1!$J$20,Sheet1!$J$26,Sheet1!$J$32)</c:f>
              <c:numCache>
                <c:formatCode>General</c:formatCode>
                <c:ptCount val="5"/>
                <c:pt idx="0">
                  <c:v>1</c:v>
                </c:pt>
                <c:pt idx="1">
                  <c:v>1.0504612183972799</c:v>
                </c:pt>
                <c:pt idx="2">
                  <c:v>3.096928066538942</c:v>
                </c:pt>
                <c:pt idx="3">
                  <c:v>1.0543031600879731</c:v>
                </c:pt>
                <c:pt idx="4">
                  <c:v>0.82522981976833332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66E-4929-9179-FB815F960131}"/>
            </c:ext>
          </c:extLst>
        </c:ser>
        <c:ser>
          <c:idx val="1"/>
          <c:order val="1"/>
          <c:tx>
            <c:v>1000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(Sheet1!$B$9,Sheet1!$B$15,Sheet1!$B$21,Sheet1!$B$27,Sheet1!$B$33)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(Sheet1!$J$9,Sheet1!$J$15,Sheet1!$J$21,Sheet1!$J$27,Sheet1!$J$33)</c:f>
              <c:numCache>
                <c:formatCode>General</c:formatCode>
                <c:ptCount val="5"/>
                <c:pt idx="0">
                  <c:v>1</c:v>
                </c:pt>
                <c:pt idx="1">
                  <c:v>0.97083759390021007</c:v>
                </c:pt>
                <c:pt idx="2">
                  <c:v>0.90794704978765695</c:v>
                </c:pt>
                <c:pt idx="3">
                  <c:v>0.93256951405130484</c:v>
                </c:pt>
                <c:pt idx="4">
                  <c:v>0.87577642458295313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66E-4929-9179-FB815F960131}"/>
            </c:ext>
          </c:extLst>
        </c:ser>
        <c:ser>
          <c:idx val="2"/>
          <c:order val="2"/>
          <c:tx>
            <c:v>2000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(Sheet1!$B$10,Sheet1!$B$16,Sheet1!$B$22,Sheet1!$B$28,Sheet1!$B$34)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(Sheet1!$J$10,Sheet1!$J$16,Sheet1!$J$22,Sheet1!$J$28,Sheet1!$J$34)</c:f>
              <c:numCache>
                <c:formatCode>General</c:formatCode>
                <c:ptCount val="5"/>
                <c:pt idx="0">
                  <c:v>1</c:v>
                </c:pt>
                <c:pt idx="1">
                  <c:v>0.91816630521241949</c:v>
                </c:pt>
                <c:pt idx="2">
                  <c:v>0.90685063225861906</c:v>
                </c:pt>
                <c:pt idx="3">
                  <c:v>0.88808547462669285</c:v>
                </c:pt>
                <c:pt idx="4">
                  <c:v>1.1302649285958182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66E-4929-9179-FB815F960131}"/>
            </c:ext>
          </c:extLst>
        </c:ser>
        <c:ser>
          <c:idx val="3"/>
          <c:order val="3"/>
          <c:tx>
            <c:v>5000</c:v>
          </c:tx>
          <c:spPr>
            <a:ln w="19050" cap="rnd">
              <a:solidFill>
                <a:srgbClr val="0D3A4E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0D3A4E"/>
              </a:solidFill>
              <a:ln w="9525">
                <a:solidFill>
                  <a:srgbClr val="0D3A4E"/>
                </a:solidFill>
              </a:ln>
              <a:effectLst/>
            </c:spPr>
          </c:marker>
          <c:xVal>
            <c:numRef>
              <c:f>(Sheet1!$B$11,Sheet1!$B$17,Sheet1!$B$23,Sheet1!$B$29,Sheet1!$B$35)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(Sheet1!$J$11,Sheet1!$J$17,Sheet1!$J$23,Sheet1!$J$29,Sheet1!$J$35)</c:f>
              <c:numCache>
                <c:formatCode>General</c:formatCode>
                <c:ptCount val="5"/>
                <c:pt idx="0">
                  <c:v>1</c:v>
                </c:pt>
                <c:pt idx="1">
                  <c:v>1.1841814245642885</c:v>
                </c:pt>
                <c:pt idx="2">
                  <c:v>0.92846155258556851</c:v>
                </c:pt>
                <c:pt idx="3">
                  <c:v>0.92505508488356969</c:v>
                </c:pt>
                <c:pt idx="4">
                  <c:v>1.0813718361799398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66E-4929-9179-FB815F960131}"/>
            </c:ext>
          </c:extLst>
        </c:ser>
        <c:ser>
          <c:idx val="4"/>
          <c:order val="4"/>
          <c:tx>
            <c:v>10000</c:v>
          </c:tx>
          <c:spPr>
            <a:ln w="19050" cap="rnd">
              <a:solidFill>
                <a:srgbClr val="103616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103616"/>
              </a:solidFill>
              <a:ln w="9525">
                <a:solidFill>
                  <a:srgbClr val="103616"/>
                </a:solidFill>
              </a:ln>
              <a:effectLst/>
            </c:spPr>
          </c:marker>
          <c:xVal>
            <c:numRef>
              <c:f>(Sheet1!$B$12,Sheet1!$B$18,Sheet1!$B$24,Sheet1!$B$30,Sheet1!$B$36)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(Sheet1!$J$12,Sheet1!$J$18,Sheet1!$J$24,Sheet1!$J$30,Sheet1!$J$36)</c:f>
              <c:numCache>
                <c:formatCode>General</c:formatCode>
                <c:ptCount val="5"/>
                <c:pt idx="0">
                  <c:v>1</c:v>
                </c:pt>
                <c:pt idx="1">
                  <c:v>1.0797928498616574</c:v>
                </c:pt>
                <c:pt idx="2">
                  <c:v>2.2378777456549268</c:v>
                </c:pt>
                <c:pt idx="3">
                  <c:v>1.1737247277049123</c:v>
                </c:pt>
                <c:pt idx="4">
                  <c:v>1.1187376941588274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66E-4929-9179-FB815F960131}"/>
            </c:ext>
          </c:extLst>
        </c:ser>
        <c:ser>
          <c:idx val="5"/>
          <c:order val="5"/>
          <c:tx>
            <c:v>20000</c:v>
          </c:tx>
          <c:spPr>
            <a:ln w="19050" cap="rnd">
              <a:solidFill>
                <a:srgbClr val="601A58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601A58"/>
              </a:solidFill>
              <a:ln w="9525">
                <a:solidFill>
                  <a:srgbClr val="601A58"/>
                </a:solidFill>
              </a:ln>
              <a:effectLst/>
            </c:spPr>
          </c:marker>
          <c:xVal>
            <c:numRef>
              <c:f>(Sheet1!$B$13,Sheet1!$B$19,Sheet1!$B$25,Sheet1!$B$31,Sheet1!$B$37)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(Sheet1!$J$13,Sheet1!$J$19,Sheet1!$J$25,Sheet1!$J$31,Sheet1!$J$37)</c:f>
              <c:numCache>
                <c:formatCode>General</c:formatCode>
                <c:ptCount val="5"/>
                <c:pt idx="0">
                  <c:v>1</c:v>
                </c:pt>
                <c:pt idx="1">
                  <c:v>2.6485351864998972</c:v>
                </c:pt>
                <c:pt idx="2">
                  <c:v>2.825661257281733</c:v>
                </c:pt>
                <c:pt idx="3">
                  <c:v>1.4237547575707432</c:v>
                </c:pt>
                <c:pt idx="4">
                  <c:v>1.2044756164997235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66E-4929-9179-FB815F960131}"/>
            </c:ext>
          </c:extLst>
        </c:ser>
        <c:ser>
          <c:idx val="6"/>
          <c:order val="6"/>
          <c:tx>
            <c:v>Ideal</c:v>
          </c:tx>
          <c:spPr>
            <a:ln w="1905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squar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766E-4929-9179-FB815F9601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864383"/>
        <c:axId val="340867743"/>
      </c:scatterChart>
      <c:valAx>
        <c:axId val="340864383"/>
        <c:scaling>
          <c:orientation val="minMax"/>
          <c:max val="16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Threads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867743"/>
        <c:crosses val="autoZero"/>
        <c:crossBetween val="midCat"/>
      </c:valAx>
      <c:valAx>
        <c:axId val="340867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Efficiency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86438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Runtime vs Grid Size for Serial and MPI Implementations of SIR</a:t>
            </a:r>
            <a:r>
              <a:rPr lang="en-US" baseline="0"/>
              <a:t> Simulation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Serial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Sheet1!$D$2:$D$7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Sheet1!$F$2:$F$7</c:f>
              <c:numCache>
                <c:formatCode>General</c:formatCode>
                <c:ptCount val="6"/>
                <c:pt idx="0">
                  <c:v>10.1472</c:v>
                </c:pt>
                <c:pt idx="1">
                  <c:v>37.576099999999997</c:v>
                </c:pt>
                <c:pt idx="2">
                  <c:v>153.69399999999999</c:v>
                </c:pt>
                <c:pt idx="3">
                  <c:v>984.98099999999999</c:v>
                </c:pt>
                <c:pt idx="4">
                  <c:v>3715.41</c:v>
                </c:pt>
                <c:pt idx="5">
                  <c:v>15741.2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C91-44D6-BD34-778AE9B71B0C}"/>
            </c:ext>
          </c:extLst>
        </c:ser>
        <c:ser>
          <c:idx val="1"/>
          <c:order val="1"/>
          <c:tx>
            <c:v>MPI (1 process)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Sheet1!$D$8:$D$13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Sheet1!$F$38:$F$43</c:f>
              <c:numCache>
                <c:formatCode>General</c:formatCode>
                <c:ptCount val="6"/>
                <c:pt idx="0">
                  <c:v>3.06264</c:v>
                </c:pt>
                <c:pt idx="1">
                  <c:v>13.9963</c:v>
                </c:pt>
                <c:pt idx="2">
                  <c:v>71.388900000000007</c:v>
                </c:pt>
                <c:pt idx="3">
                  <c:v>475.51400000000001</c:v>
                </c:pt>
                <c:pt idx="4">
                  <c:v>1388.71</c:v>
                </c:pt>
                <c:pt idx="5">
                  <c:v>7753.75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C91-44D6-BD34-778AE9B71B0C}"/>
            </c:ext>
          </c:extLst>
        </c:ser>
        <c:ser>
          <c:idx val="2"/>
          <c:order val="2"/>
          <c:tx>
            <c:v>MPI (2 processes)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Sheet1!$D$14:$D$19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Sheet1!$F$45:$F$49</c:f>
              <c:numCache>
                <c:formatCode>General</c:formatCode>
                <c:ptCount val="5"/>
                <c:pt idx="0">
                  <c:v>10.283799999999999</c:v>
                </c:pt>
                <c:pt idx="1">
                  <c:v>39.277299999999997</c:v>
                </c:pt>
                <c:pt idx="2">
                  <c:v>255.64599999999999</c:v>
                </c:pt>
                <c:pt idx="3">
                  <c:v>1178.25</c:v>
                </c:pt>
                <c:pt idx="4">
                  <c:v>4568.22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C91-44D6-BD34-778AE9B71B0C}"/>
            </c:ext>
          </c:extLst>
        </c:ser>
        <c:ser>
          <c:idx val="3"/>
          <c:order val="3"/>
          <c:tx>
            <c:v>MPI (4 processes)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Sheet1!$D$20:$D$25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Sheet1!$F$50:$F$55</c:f>
              <c:numCache>
                <c:formatCode>General</c:formatCode>
                <c:ptCount val="6"/>
                <c:pt idx="0">
                  <c:v>2.0916700000000001</c:v>
                </c:pt>
                <c:pt idx="1">
                  <c:v>6.5502099999999999</c:v>
                </c:pt>
                <c:pt idx="2">
                  <c:v>32.815600000000003</c:v>
                </c:pt>
                <c:pt idx="3">
                  <c:v>186.316</c:v>
                </c:pt>
                <c:pt idx="4">
                  <c:v>798.02099999999996</c:v>
                </c:pt>
                <c:pt idx="5">
                  <c:v>3081.83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C91-44D6-BD34-778AE9B71B0C}"/>
            </c:ext>
          </c:extLst>
        </c:ser>
        <c:ser>
          <c:idx val="4"/>
          <c:order val="4"/>
          <c:tx>
            <c:v>MPI (8 processes)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Sheet1!$D$26:$D$31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Sheet1!$F$56:$F$61</c:f>
              <c:numCache>
                <c:formatCode>General</c:formatCode>
                <c:ptCount val="6"/>
                <c:pt idx="0">
                  <c:v>0.64634800000000003</c:v>
                </c:pt>
                <c:pt idx="1">
                  <c:v>4.6375400000000004</c:v>
                </c:pt>
                <c:pt idx="2">
                  <c:v>17.599599999999999</c:v>
                </c:pt>
                <c:pt idx="3">
                  <c:v>90.617099999999994</c:v>
                </c:pt>
                <c:pt idx="4">
                  <c:v>486.46</c:v>
                </c:pt>
                <c:pt idx="5">
                  <c:v>1828.16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C91-44D6-BD34-778AE9B71B0C}"/>
            </c:ext>
          </c:extLst>
        </c:ser>
        <c:ser>
          <c:idx val="5"/>
          <c:order val="5"/>
          <c:tx>
            <c:v>MPI (16 processes)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Sheet1!$D$32:$D$37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Sheet1!$F$62:$F$67</c:f>
              <c:numCache>
                <c:formatCode>General</c:formatCode>
                <c:ptCount val="6"/>
                <c:pt idx="0">
                  <c:v>0.55147400000000002</c:v>
                </c:pt>
                <c:pt idx="1">
                  <c:v>2.0613999999999999</c:v>
                </c:pt>
                <c:pt idx="2">
                  <c:v>8.0747400000000003</c:v>
                </c:pt>
                <c:pt idx="3">
                  <c:v>45.692300000000003</c:v>
                </c:pt>
                <c:pt idx="4">
                  <c:v>177.304</c:v>
                </c:pt>
                <c:pt idx="5">
                  <c:v>661.64599999999996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C91-44D6-BD34-778AE9B71B0C}"/>
            </c:ext>
          </c:extLst>
        </c:ser>
        <c:ser>
          <c:idx val="6"/>
          <c:order val="6"/>
          <c:tx>
            <c:v>MPI (32 processes)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Sheet1!$D$68:$D$73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Sheet1!$F$68:$F$73</c:f>
              <c:numCache>
                <c:formatCode>General</c:formatCode>
                <c:ptCount val="6"/>
                <c:pt idx="0">
                  <c:v>0.34568100000000002</c:v>
                </c:pt>
                <c:pt idx="1">
                  <c:v>1.34182</c:v>
                </c:pt>
                <c:pt idx="2">
                  <c:v>5.2668299999999997</c:v>
                </c:pt>
                <c:pt idx="3">
                  <c:v>31.087900000000001</c:v>
                </c:pt>
                <c:pt idx="4">
                  <c:v>122.249</c:v>
                </c:pt>
                <c:pt idx="5">
                  <c:v>437.13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C91-44D6-BD34-778AE9B71B0C}"/>
            </c:ext>
          </c:extLst>
        </c:ser>
        <c:ser>
          <c:idx val="7"/>
          <c:order val="7"/>
          <c:tx>
            <c:v>MPI (64 processes)</c:v>
          </c:tx>
          <c:spPr>
            <a:ln w="19050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Sheet1!$D$74:$D$79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Sheet1!$F$74:$F$79</c:f>
              <c:numCache>
                <c:formatCode>General</c:formatCode>
                <c:ptCount val="6"/>
                <c:pt idx="0">
                  <c:v>0.239262</c:v>
                </c:pt>
                <c:pt idx="1">
                  <c:v>0.72462899999999997</c:v>
                </c:pt>
                <c:pt idx="2">
                  <c:v>3.3425500000000001</c:v>
                </c:pt>
                <c:pt idx="3">
                  <c:v>18.616</c:v>
                </c:pt>
                <c:pt idx="4">
                  <c:v>68.754999999999995</c:v>
                </c:pt>
                <c:pt idx="5">
                  <c:v>311.209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C91-44D6-BD34-778AE9B71B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1588159"/>
        <c:axId val="181589119"/>
      </c:scatterChart>
      <c:valAx>
        <c:axId val="181588159"/>
        <c:scaling>
          <c:logBase val="10"/>
          <c:orientation val="minMax"/>
          <c:max val="30000"/>
          <c:min val="3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Grid Width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0" spcFirstLastPara="1" vertOverflow="ellipsis" wrap="square" anchor="t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89119"/>
        <c:crosses val="autoZero"/>
        <c:crossBetween val="midCat"/>
      </c:valAx>
      <c:valAx>
        <c:axId val="181589119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8815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Runtime vs Grid Size for Serial and MPI nobuffer Implementations of SIR</a:t>
            </a:r>
            <a:r>
              <a:rPr lang="en-US" baseline="0"/>
              <a:t> Simulation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Serial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Sheet1!$D$2:$D$7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Sheet1!$F$2:$F$7</c:f>
              <c:numCache>
                <c:formatCode>General</c:formatCode>
                <c:ptCount val="6"/>
                <c:pt idx="0">
                  <c:v>10.1472</c:v>
                </c:pt>
                <c:pt idx="1">
                  <c:v>37.576099999999997</c:v>
                </c:pt>
                <c:pt idx="2">
                  <c:v>153.69399999999999</c:v>
                </c:pt>
                <c:pt idx="3">
                  <c:v>984.98099999999999</c:v>
                </c:pt>
                <c:pt idx="4">
                  <c:v>3715.41</c:v>
                </c:pt>
                <c:pt idx="5">
                  <c:v>15741.2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437-46DC-890E-2AF67DAC3AA4}"/>
            </c:ext>
          </c:extLst>
        </c:ser>
        <c:ser>
          <c:idx val="1"/>
          <c:order val="1"/>
          <c:tx>
            <c:v>MPI (1 process)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Sheet1!$D$8:$D$13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Sheet1!$F$86:$F$91</c:f>
              <c:numCache>
                <c:formatCode>General</c:formatCode>
                <c:ptCount val="6"/>
                <c:pt idx="0">
                  <c:v>2.3300700000000001</c:v>
                </c:pt>
                <c:pt idx="1">
                  <c:v>8.8066099999999992</c:v>
                </c:pt>
                <c:pt idx="2">
                  <c:v>35.8416</c:v>
                </c:pt>
                <c:pt idx="3">
                  <c:v>227.93799999999999</c:v>
                </c:pt>
                <c:pt idx="4">
                  <c:v>914.17499999999995</c:v>
                </c:pt>
                <c:pt idx="5">
                  <c:v>3720.34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437-46DC-890E-2AF67DAC3AA4}"/>
            </c:ext>
          </c:extLst>
        </c:ser>
        <c:ser>
          <c:idx val="2"/>
          <c:order val="2"/>
          <c:tx>
            <c:v>MPI (2 processes)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Sheet1!$D$14:$D$19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Sheet1!$F$92:$F$97</c:f>
              <c:numCache>
                <c:formatCode>General</c:formatCode>
                <c:ptCount val="6"/>
                <c:pt idx="0">
                  <c:v>1.24796</c:v>
                </c:pt>
                <c:pt idx="1">
                  <c:v>4.64323</c:v>
                </c:pt>
                <c:pt idx="2">
                  <c:v>18.135300000000001</c:v>
                </c:pt>
                <c:pt idx="3">
                  <c:v>119.845</c:v>
                </c:pt>
                <c:pt idx="4">
                  <c:v>476.99299999999999</c:v>
                </c:pt>
                <c:pt idx="5">
                  <c:v>1910.26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437-46DC-890E-2AF67DAC3AA4}"/>
            </c:ext>
          </c:extLst>
        </c:ser>
        <c:ser>
          <c:idx val="3"/>
          <c:order val="3"/>
          <c:tx>
            <c:v>MPI (4 processes)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Sheet1!$D$20:$D$25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Sheet1!$F$98:$F$103</c:f>
              <c:numCache>
                <c:formatCode>General</c:formatCode>
                <c:ptCount val="6"/>
                <c:pt idx="0">
                  <c:v>0.71897800000000001</c:v>
                </c:pt>
                <c:pt idx="1">
                  <c:v>2.5896599999999999</c:v>
                </c:pt>
                <c:pt idx="2">
                  <c:v>10.4658</c:v>
                </c:pt>
                <c:pt idx="3">
                  <c:v>66.644499999999994</c:v>
                </c:pt>
                <c:pt idx="4">
                  <c:v>265.93</c:v>
                </c:pt>
                <c:pt idx="5">
                  <c:v>1067.43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437-46DC-890E-2AF67DAC3AA4}"/>
            </c:ext>
          </c:extLst>
        </c:ser>
        <c:ser>
          <c:idx val="4"/>
          <c:order val="4"/>
          <c:tx>
            <c:v>MPI (8 processes)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Sheet1!$D$26:$D$31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Sheet1!$F$104:$F$109</c:f>
              <c:numCache>
                <c:formatCode>General</c:formatCode>
                <c:ptCount val="6"/>
                <c:pt idx="0">
                  <c:v>0.41038999999999998</c:v>
                </c:pt>
                <c:pt idx="1">
                  <c:v>1.4539599999999999</c:v>
                </c:pt>
                <c:pt idx="2">
                  <c:v>5.6465899999999998</c:v>
                </c:pt>
                <c:pt idx="3">
                  <c:v>37.023299999999999</c:v>
                </c:pt>
                <c:pt idx="4">
                  <c:v>151.91200000000001</c:v>
                </c:pt>
                <c:pt idx="5">
                  <c:v>592.70500000000004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437-46DC-890E-2AF67DAC3AA4}"/>
            </c:ext>
          </c:extLst>
        </c:ser>
        <c:ser>
          <c:idx val="5"/>
          <c:order val="5"/>
          <c:tx>
            <c:v>MPI (16 processes)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Sheet1!$D$32:$D$37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Sheet1!$F$110:$F$115</c:f>
              <c:numCache>
                <c:formatCode>General</c:formatCode>
                <c:ptCount val="6"/>
                <c:pt idx="0">
                  <c:v>0.29619299999999998</c:v>
                </c:pt>
                <c:pt idx="1">
                  <c:v>0.85240899999999997</c:v>
                </c:pt>
                <c:pt idx="2">
                  <c:v>3.3381599999999998</c:v>
                </c:pt>
                <c:pt idx="3">
                  <c:v>22.277100000000001</c:v>
                </c:pt>
                <c:pt idx="4">
                  <c:v>84.606399999999994</c:v>
                </c:pt>
                <c:pt idx="5">
                  <c:v>339.42399999999998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437-46DC-890E-2AF67DAC3AA4}"/>
            </c:ext>
          </c:extLst>
        </c:ser>
        <c:ser>
          <c:idx val="6"/>
          <c:order val="6"/>
          <c:tx>
            <c:v>MPI (32 processes)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Sheet1!$D$68:$D$73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Sheet1!$F$116:$F$121</c:f>
              <c:numCache>
                <c:formatCode>General</c:formatCode>
                <c:ptCount val="6"/>
                <c:pt idx="0">
                  <c:v>0.26821899999999999</c:v>
                </c:pt>
                <c:pt idx="1">
                  <c:v>0.78497099999999997</c:v>
                </c:pt>
                <c:pt idx="2">
                  <c:v>4.2598000000000003</c:v>
                </c:pt>
                <c:pt idx="3">
                  <c:v>23.9603</c:v>
                </c:pt>
                <c:pt idx="4">
                  <c:v>87.486400000000003</c:v>
                </c:pt>
                <c:pt idx="5">
                  <c:v>378.50700000000001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437-46DC-890E-2AF67DAC3AA4}"/>
            </c:ext>
          </c:extLst>
        </c:ser>
        <c:ser>
          <c:idx val="7"/>
          <c:order val="7"/>
          <c:tx>
            <c:v>MPI (64 processes)</c:v>
          </c:tx>
          <c:spPr>
            <a:ln w="19050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Sheet1!$D$74:$D$79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Sheet1!$F$122:$F$127</c:f>
              <c:numCache>
                <c:formatCode>General</c:formatCode>
                <c:ptCount val="6"/>
                <c:pt idx="0">
                  <c:v>0.211981</c:v>
                </c:pt>
                <c:pt idx="1">
                  <c:v>0.92870900000000001</c:v>
                </c:pt>
                <c:pt idx="2">
                  <c:v>3.0845600000000002</c:v>
                </c:pt>
                <c:pt idx="3">
                  <c:v>15.4496</c:v>
                </c:pt>
                <c:pt idx="4">
                  <c:v>62.794600000000003</c:v>
                </c:pt>
                <c:pt idx="5">
                  <c:v>232.893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437-46DC-890E-2AF67DAC3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1588159"/>
        <c:axId val="181589119"/>
      </c:scatterChart>
      <c:valAx>
        <c:axId val="181588159"/>
        <c:scaling>
          <c:logBase val="10"/>
          <c:orientation val="minMax"/>
          <c:max val="30000"/>
          <c:min val="3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Grid Width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89119"/>
        <c:crosses val="autoZero"/>
        <c:crossBetween val="midCat"/>
      </c:valAx>
      <c:valAx>
        <c:axId val="181589119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8815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Speedup vs Processes for MPI nobuffer SIR Simulation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500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(Sheet1!$I$86,Sheet1!$I$92,Sheet1!$I$98,Sheet1!$I$104,Sheet1!$I$110,Sheet1!$I$116,Sheet1!$I$122)</c:f>
              <c:numCache>
                <c:formatCode>General</c:formatCode>
                <c:ptCount val="7"/>
                <c:pt idx="0">
                  <c:v>1</c:v>
                </c:pt>
                <c:pt idx="1">
                  <c:v>1.8671031122792399</c:v>
                </c:pt>
                <c:pt idx="2">
                  <c:v>3.2408084809270936</c:v>
                </c:pt>
                <c:pt idx="3">
                  <c:v>5.6776968249713695</c:v>
                </c:pt>
                <c:pt idx="4">
                  <c:v>7.8667287883238304</c:v>
                </c:pt>
                <c:pt idx="5">
                  <c:v>8.6871921825075784</c:v>
                </c:pt>
                <c:pt idx="6">
                  <c:v>10.991881347856648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7FE-47CC-8EB0-01D6A7B92ED3}"/>
            </c:ext>
          </c:extLst>
        </c:ser>
        <c:ser>
          <c:idx val="1"/>
          <c:order val="1"/>
          <c:tx>
            <c:v>1000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(Sheet1!$B$9,Sheet1!$B$15,Sheet1!$B$21,Sheet1!$B$27,Sheet1!$B$33)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(Sheet1!$I$87,Sheet1!$I$93,Sheet1!$I$99,Sheet1!$I$105,Sheet1!$I$111,Sheet1!$I$117,Sheet1!$I$123)</c:f>
              <c:numCache>
                <c:formatCode>General</c:formatCode>
                <c:ptCount val="7"/>
                <c:pt idx="0">
                  <c:v>1</c:v>
                </c:pt>
                <c:pt idx="1">
                  <c:v>1.8966559916265184</c:v>
                </c:pt>
                <c:pt idx="2">
                  <c:v>3.4006819428033022</c:v>
                </c:pt>
                <c:pt idx="3">
                  <c:v>6.0569823103799276</c:v>
                </c:pt>
                <c:pt idx="4">
                  <c:v>10.331437138744429</c:v>
                </c:pt>
                <c:pt idx="5">
                  <c:v>11.219025925798531</c:v>
                </c:pt>
                <c:pt idx="6">
                  <c:v>9.4826366493702547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7FE-47CC-8EB0-01D6A7B92ED3}"/>
            </c:ext>
          </c:extLst>
        </c:ser>
        <c:ser>
          <c:idx val="2"/>
          <c:order val="2"/>
          <c:tx>
            <c:v>2000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(Sheet1!$B$10,Sheet1!$B$16,Sheet1!$B$22,Sheet1!$B$28,Sheet1!$B$34)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(Sheet1!$I$88,Sheet1!$I$94,Sheet1!$I$100,Sheet1!$I$106,Sheet1!$I$112,Sheet1!$I$118,Sheet1!$I$124)</c:f>
              <c:numCache>
                <c:formatCode>General</c:formatCode>
                <c:ptCount val="7"/>
                <c:pt idx="0">
                  <c:v>1</c:v>
                </c:pt>
                <c:pt idx="1">
                  <c:v>1.9763444773452878</c:v>
                </c:pt>
                <c:pt idx="2">
                  <c:v>3.4246402568365535</c:v>
                </c:pt>
                <c:pt idx="3">
                  <c:v>6.3474769728278488</c:v>
                </c:pt>
                <c:pt idx="4">
                  <c:v>10.736932921130204</c:v>
                </c:pt>
                <c:pt idx="5">
                  <c:v>8.4139161462979484</c:v>
                </c:pt>
                <c:pt idx="6">
                  <c:v>11.619679954353295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7FE-47CC-8EB0-01D6A7B92ED3}"/>
            </c:ext>
          </c:extLst>
        </c:ser>
        <c:ser>
          <c:idx val="3"/>
          <c:order val="3"/>
          <c:tx>
            <c:v>5000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(Sheet1!$B$11,Sheet1!$B$17,Sheet1!$B$23,Sheet1!$B$29,Sheet1!$B$35)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(Sheet1!$I$89,Sheet1!$I$95,Sheet1!$I$101,Sheet1!$I$107,Sheet1!$I$113,Sheet1!$I$119,Sheet1!$I$125)</c:f>
              <c:numCache>
                <c:formatCode>General</c:formatCode>
                <c:ptCount val="7"/>
                <c:pt idx="0">
                  <c:v>1</c:v>
                </c:pt>
                <c:pt idx="1">
                  <c:v>1.9019400058408777</c:v>
                </c:pt>
                <c:pt idx="2">
                  <c:v>3.4202072189002846</c:v>
                </c:pt>
                <c:pt idx="3">
                  <c:v>6.1566094864585272</c:v>
                </c:pt>
                <c:pt idx="4">
                  <c:v>10.231942218690941</c:v>
                </c:pt>
                <c:pt idx="5">
                  <c:v>9.513153007266185</c:v>
                </c:pt>
                <c:pt idx="6">
                  <c:v>14.753650579950289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7FE-47CC-8EB0-01D6A7B92ED3}"/>
            </c:ext>
          </c:extLst>
        </c:ser>
        <c:ser>
          <c:idx val="4"/>
          <c:order val="4"/>
          <c:tx>
            <c:v>10000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(Sheet1!$B$12,Sheet1!$B$18,Sheet1!$B$24,Sheet1!$B$30,Sheet1!$B$36)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(Sheet1!$I$90,Sheet1!$I$96,Sheet1!$I$102,Sheet1!$I$108,Sheet1!$I$114,Sheet1!$I$120,Sheet1!$I$126)</c:f>
              <c:numCache>
                <c:formatCode>General</c:formatCode>
                <c:ptCount val="7"/>
                <c:pt idx="0">
                  <c:v>1</c:v>
                </c:pt>
                <c:pt idx="1">
                  <c:v>1.9165375592513936</c:v>
                </c:pt>
                <c:pt idx="2">
                  <c:v>3.4376527657654266</c:v>
                </c:pt>
                <c:pt idx="3">
                  <c:v>6.017793196060877</c:v>
                </c:pt>
                <c:pt idx="4">
                  <c:v>10.805033661756084</c:v>
                </c:pt>
                <c:pt idx="5">
                  <c:v>10.449338411455951</c:v>
                </c:pt>
                <c:pt idx="6">
                  <c:v>14.558178569494828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7FE-47CC-8EB0-01D6A7B92ED3}"/>
            </c:ext>
          </c:extLst>
        </c:ser>
        <c:ser>
          <c:idx val="5"/>
          <c:order val="5"/>
          <c:tx>
            <c:v>20000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(Sheet1!$B$13,Sheet1!$B$19,Sheet1!$B$25,Sheet1!$B$31,Sheet1!$B$37)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(Sheet1!$I$91,Sheet1!$I$97,Sheet1!$I$103,Sheet1!$I$109,Sheet1!$I$115,Sheet1!$I$121,Sheet1!$I$127)</c:f>
              <c:numCache>
                <c:formatCode>General</c:formatCode>
                <c:ptCount val="7"/>
                <c:pt idx="0">
                  <c:v>1</c:v>
                </c:pt>
                <c:pt idx="1">
                  <c:v>1.947556877074325</c:v>
                </c:pt>
                <c:pt idx="2">
                  <c:v>3.4853245646084519</c:v>
                </c:pt>
                <c:pt idx="3">
                  <c:v>6.2768831037362602</c:v>
                </c:pt>
                <c:pt idx="4">
                  <c:v>10.96074526256246</c:v>
                </c:pt>
                <c:pt idx="5">
                  <c:v>9.8289859896910752</c:v>
                </c:pt>
                <c:pt idx="6">
                  <c:v>15.974460374506748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7FE-47CC-8EB0-01D6A7B92ED3}"/>
            </c:ext>
          </c:extLst>
        </c:ser>
        <c:ser>
          <c:idx val="6"/>
          <c:order val="6"/>
          <c:tx>
            <c:v>Ideal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07FE-47CC-8EB0-01D6A7B92E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974671"/>
        <c:axId val="135975151"/>
      </c:scatterChart>
      <c:valAx>
        <c:axId val="135974671"/>
        <c:scaling>
          <c:orientation val="minMax"/>
          <c:max val="16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Processes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75151"/>
        <c:crosses val="autoZero"/>
        <c:crossBetween val="midCat"/>
      </c:valAx>
      <c:valAx>
        <c:axId val="135975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Speedup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746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Speedup vs Processes for MPI SIR Simulation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500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(Sheet1!$I$38,Sheet1!$I$44,Sheet1!$I$50,Sheet1!$I$56,Sheet1!$I$62,Sheet1!$I$68,Sheet1!$I$74)</c:f>
              <c:numCache>
                <c:formatCode>General</c:formatCode>
                <c:ptCount val="7"/>
                <c:pt idx="0">
                  <c:v>1</c:v>
                </c:pt>
                <c:pt idx="1">
                  <c:v>0.85431195117324799</c:v>
                </c:pt>
                <c:pt idx="2">
                  <c:v>1.4642080251664937</c:v>
                </c:pt>
                <c:pt idx="3">
                  <c:v>4.7383762307611379</c:v>
                </c:pt>
                <c:pt idx="4">
                  <c:v>5.5535528420197506</c:v>
                </c:pt>
                <c:pt idx="5">
                  <c:v>8.8597290565579243</c:v>
                </c:pt>
                <c:pt idx="6">
                  <c:v>12.800361110414524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8F5-42A9-A6D4-7F16A6189DD7}"/>
            </c:ext>
          </c:extLst>
        </c:ser>
        <c:ser>
          <c:idx val="1"/>
          <c:order val="1"/>
          <c:tx>
            <c:v>1000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(Sheet1!$B$9,Sheet1!$B$15,Sheet1!$B$21,Sheet1!$B$27,Sheet1!$B$33)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(Sheet1!$I$39,Sheet1!$I$45,Sheet1!$I$51,Sheet1!$I$57,Sheet1!$I$63,Sheet1!$I$39,Sheet1!$I$45,Sheet1!$I$51,Sheet1!$I$57,Sheet1!$I$63,Sheet1!$I$69,Sheet1!$I$75)</c:f>
              <c:numCache>
                <c:formatCode>General</c:formatCode>
                <c:ptCount val="12"/>
                <c:pt idx="0">
                  <c:v>1</c:v>
                </c:pt>
                <c:pt idx="1">
                  <c:v>1.3610046869834109</c:v>
                </c:pt>
                <c:pt idx="2">
                  <c:v>2.1367711874886455</c:v>
                </c:pt>
                <c:pt idx="3">
                  <c:v>3.0180440492157476</c:v>
                </c:pt>
                <c:pt idx="4">
                  <c:v>6.7897060250315322</c:v>
                </c:pt>
                <c:pt idx="5">
                  <c:v>1</c:v>
                </c:pt>
                <c:pt idx="6">
                  <c:v>1.3610046869834109</c:v>
                </c:pt>
                <c:pt idx="7">
                  <c:v>2.1367711874886455</c:v>
                </c:pt>
                <c:pt idx="8">
                  <c:v>3.0180440492157476</c:v>
                </c:pt>
                <c:pt idx="9">
                  <c:v>6.7897060250315322</c:v>
                </c:pt>
                <c:pt idx="10">
                  <c:v>10.43083274954912</c:v>
                </c:pt>
                <c:pt idx="11">
                  <c:v>19.315125395202234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8F5-42A9-A6D4-7F16A6189DD7}"/>
            </c:ext>
          </c:extLst>
        </c:ser>
        <c:ser>
          <c:idx val="2"/>
          <c:order val="2"/>
          <c:tx>
            <c:v>2000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(Sheet1!$B$10,Sheet1!$B$16,Sheet1!$B$22,Sheet1!$B$28,Sheet1!$B$34)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(Sheet1!$I$40,Sheet1!$I$46,Sheet1!$I$52,Sheet1!$I$58,Sheet1!$I$64,Sheet1!$I$70,Sheet1!$I$76)</c:f>
              <c:numCache>
                <c:formatCode>General</c:formatCode>
                <c:ptCount val="7"/>
                <c:pt idx="0">
                  <c:v>1</c:v>
                </c:pt>
                <c:pt idx="1">
                  <c:v>1.8175612885814456</c:v>
                </c:pt>
                <c:pt idx="2">
                  <c:v>2.175456185472763</c:v>
                </c:pt>
                <c:pt idx="3">
                  <c:v>4.0562796881747323</c:v>
                </c:pt>
                <c:pt idx="4">
                  <c:v>8.8410153144249843</c:v>
                </c:pt>
                <c:pt idx="5">
                  <c:v>13.554434071348423</c:v>
                </c:pt>
                <c:pt idx="6">
                  <c:v>21.357616191231248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8F5-42A9-A6D4-7F16A6189DD7}"/>
            </c:ext>
          </c:extLst>
        </c:ser>
        <c:ser>
          <c:idx val="3"/>
          <c:order val="3"/>
          <c:tx>
            <c:v>5000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(Sheet1!$B$11,Sheet1!$B$17,Sheet1!$B$23,Sheet1!$B$29,Sheet1!$B$35)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(Sheet1!$I$41,Sheet1!$I$47,Sheet1!$I$53,Sheet1!$I$59,Sheet1!$I$65,Sheet1!$I$71,Sheet1!$I$77)</c:f>
              <c:numCache>
                <c:formatCode>General</c:formatCode>
                <c:ptCount val="7"/>
                <c:pt idx="0">
                  <c:v>1</c:v>
                </c:pt>
                <c:pt idx="1">
                  <c:v>1.8600486610390932</c:v>
                </c:pt>
                <c:pt idx="2">
                  <c:v>2.5521909014792072</c:v>
                </c:pt>
                <c:pt idx="3">
                  <c:v>5.2475084724627035</c:v>
                </c:pt>
                <c:pt idx="4">
                  <c:v>10.40687380587101</c:v>
                </c:pt>
                <c:pt idx="5">
                  <c:v>15.295790323566404</c:v>
                </c:pt>
                <c:pt idx="6">
                  <c:v>25.543296089385475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8F5-42A9-A6D4-7F16A6189DD7}"/>
            </c:ext>
          </c:extLst>
        </c:ser>
        <c:ser>
          <c:idx val="4"/>
          <c:order val="4"/>
          <c:tx>
            <c:v>10000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(Sheet1!$B$12,Sheet1!$B$18,Sheet1!$B$24,Sheet1!$B$30,Sheet1!$B$36)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(Sheet1!$I$42,Sheet1!$I$49,Sheet1!$I$54,Sheet1!$I$60,Sheet1!$I$66,Sheet1!$I$72,Sheet1!$I$78)</c:f>
              <c:numCache>
                <c:formatCode>General</c:formatCode>
                <c:ptCount val="7"/>
                <c:pt idx="0">
                  <c:v>1</c:v>
                </c:pt>
                <c:pt idx="1">
                  <c:v>1.6973241218680359</c:v>
                </c:pt>
                <c:pt idx="2">
                  <c:v>1.7401923007038664</c:v>
                </c:pt>
                <c:pt idx="3">
                  <c:v>2.854725979525552</c:v>
                </c:pt>
                <c:pt idx="4">
                  <c:v>7.832367008076524</c:v>
                </c:pt>
                <c:pt idx="5">
                  <c:v>11.359683923794879</c:v>
                </c:pt>
                <c:pt idx="6">
                  <c:v>20.197949240055269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8F5-42A9-A6D4-7F16A6189DD7}"/>
            </c:ext>
          </c:extLst>
        </c:ser>
        <c:ser>
          <c:idx val="5"/>
          <c:order val="5"/>
          <c:tx>
            <c:v>20000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(Sheet1!$B$13,Sheet1!$B$19,Sheet1!$B$25,Sheet1!$B$31,Sheet1!$B$37)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(Sheet1!$I$43,Sheet1!$I$49,Sheet1!$I$55,Sheet1!$I$61,Sheet1!$I$67,Sheet1!$I$73,Sheet1!$I$79)</c:f>
              <c:numCache>
                <c:formatCode>General</c:formatCode>
                <c:ptCount val="7"/>
                <c:pt idx="0">
                  <c:v>1</c:v>
                </c:pt>
                <c:pt idx="1">
                  <c:v>1.6973241218680359</c:v>
                </c:pt>
                <c:pt idx="2">
                  <c:v>2.5159564284856724</c:v>
                </c:pt>
                <c:pt idx="3">
                  <c:v>4.2412863206721507</c:v>
                </c:pt>
                <c:pt idx="4">
                  <c:v>11.718879884409489</c:v>
                </c:pt>
                <c:pt idx="5">
                  <c:v>17.737858303021984</c:v>
                </c:pt>
                <c:pt idx="6">
                  <c:v>24.91492855283748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98F5-42A9-A6D4-7F16A6189DD7}"/>
            </c:ext>
          </c:extLst>
        </c:ser>
        <c:ser>
          <c:idx val="6"/>
          <c:order val="6"/>
          <c:tx>
            <c:v>Ideal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98F5-42A9-A6D4-7F16A6189D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974671"/>
        <c:axId val="135975151"/>
      </c:scatterChart>
      <c:valAx>
        <c:axId val="135974671"/>
        <c:scaling>
          <c:orientation val="minMax"/>
          <c:max val="16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Processes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75151"/>
        <c:crosses val="autoZero"/>
        <c:crossBetween val="midCat"/>
      </c:valAx>
      <c:valAx>
        <c:axId val="135975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Speedup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746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Efficiency vs Processes for MPI SIR Simulation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064858378286641"/>
          <c:y val="0.1405550098728868"/>
          <c:w val="0.72569272416213459"/>
          <c:h val="0.68261865940334587"/>
        </c:manualLayout>
      </c:layout>
      <c:scatterChart>
        <c:scatterStyle val="lineMarker"/>
        <c:varyColors val="0"/>
        <c:ser>
          <c:idx val="0"/>
          <c:order val="0"/>
          <c:tx>
            <c:v>500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(Sheet1!$J$38,Sheet1!$J$44,Sheet1!$J$50,Sheet1!$J$56,Sheet1!$J$62,Sheet1!$J$68,Sheet1!$J$74)</c:f>
              <c:numCache>
                <c:formatCode>General</c:formatCode>
                <c:ptCount val="7"/>
                <c:pt idx="0">
                  <c:v>1</c:v>
                </c:pt>
                <c:pt idx="1">
                  <c:v>0.42715597558662399</c:v>
                </c:pt>
                <c:pt idx="2">
                  <c:v>0.36605200629162343</c:v>
                </c:pt>
                <c:pt idx="3">
                  <c:v>0.59229702884514224</c:v>
                </c:pt>
                <c:pt idx="4">
                  <c:v>0.34709705262623441</c:v>
                </c:pt>
                <c:pt idx="5">
                  <c:v>0.27686653301743513</c:v>
                </c:pt>
                <c:pt idx="6">
                  <c:v>0.20000564235022694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E33-4EAE-864D-C61208D3C9A3}"/>
            </c:ext>
          </c:extLst>
        </c:ser>
        <c:ser>
          <c:idx val="1"/>
          <c:order val="1"/>
          <c:tx>
            <c:v>1000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(Sheet1!$B$9,Sheet1!$B$15,Sheet1!$B$21,Sheet1!$B$27,Sheet1!$B$33)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(Sheet1!$J$39,Sheet1!$J$45,Sheet1!$J$51,Sheet1!$J$57,Sheet1!$J$63,Sheet1!$J$69,Sheet1!$J$75)</c:f>
              <c:numCache>
                <c:formatCode>General</c:formatCode>
                <c:ptCount val="7"/>
                <c:pt idx="0">
                  <c:v>1</c:v>
                </c:pt>
                <c:pt idx="1">
                  <c:v>0.68050234349170546</c:v>
                </c:pt>
                <c:pt idx="2">
                  <c:v>0.53419279687216137</c:v>
                </c:pt>
                <c:pt idx="3">
                  <c:v>0.37725550615196846</c:v>
                </c:pt>
                <c:pt idx="4">
                  <c:v>0.42435662656447076</c:v>
                </c:pt>
                <c:pt idx="5">
                  <c:v>0.32596352342341001</c:v>
                </c:pt>
                <c:pt idx="6">
                  <c:v>0.3017988343000349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E33-4EAE-864D-C61208D3C9A3}"/>
            </c:ext>
          </c:extLst>
        </c:ser>
        <c:ser>
          <c:idx val="2"/>
          <c:order val="2"/>
          <c:tx>
            <c:v>2000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(Sheet1!$B$10,Sheet1!$B$16,Sheet1!$B$22,Sheet1!$B$28,Sheet1!$B$34)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(Sheet1!$J$40,Sheet1!$J$46,Sheet1!$J$52,Sheet1!$J$58,Sheet1!$J$64,Sheet1!$J$70,Sheet1!$J$76)</c:f>
              <c:numCache>
                <c:formatCode>General</c:formatCode>
                <c:ptCount val="7"/>
                <c:pt idx="0">
                  <c:v>1</c:v>
                </c:pt>
                <c:pt idx="1">
                  <c:v>0.90878064429072281</c:v>
                </c:pt>
                <c:pt idx="2">
                  <c:v>0.54386404636819075</c:v>
                </c:pt>
                <c:pt idx="3">
                  <c:v>0.50703496102184153</c:v>
                </c:pt>
                <c:pt idx="4">
                  <c:v>0.55256345715156152</c:v>
                </c:pt>
                <c:pt idx="5">
                  <c:v>0.42357606472963821</c:v>
                </c:pt>
                <c:pt idx="6">
                  <c:v>0.33371275298798825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E33-4EAE-864D-C61208D3C9A3}"/>
            </c:ext>
          </c:extLst>
        </c:ser>
        <c:ser>
          <c:idx val="3"/>
          <c:order val="3"/>
          <c:tx>
            <c:v>5000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(Sheet1!$B$11,Sheet1!$B$17,Sheet1!$B$23,Sheet1!$B$29,Sheet1!$B$35)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(Sheet1!$J$41,Sheet1!$J$47,Sheet1!$J$53,Sheet1!$J$59,Sheet1!$J$65,Sheet1!$J$71,Sheet1!$J$77)</c:f>
              <c:numCache>
                <c:formatCode>General</c:formatCode>
                <c:ptCount val="7"/>
                <c:pt idx="0">
                  <c:v>1</c:v>
                </c:pt>
                <c:pt idx="1">
                  <c:v>0.93002433051954658</c:v>
                </c:pt>
                <c:pt idx="2">
                  <c:v>0.63804772536980181</c:v>
                </c:pt>
                <c:pt idx="3">
                  <c:v>0.65593855905783793</c:v>
                </c:pt>
                <c:pt idx="4">
                  <c:v>0.65042961286693812</c:v>
                </c:pt>
                <c:pt idx="5">
                  <c:v>0.47799344761145013</c:v>
                </c:pt>
                <c:pt idx="6">
                  <c:v>0.39911400139664804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E33-4EAE-864D-C61208D3C9A3}"/>
            </c:ext>
          </c:extLst>
        </c:ser>
        <c:ser>
          <c:idx val="4"/>
          <c:order val="4"/>
          <c:tx>
            <c:v>10000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(Sheet1!$B$12,Sheet1!$B$18,Sheet1!$B$24,Sheet1!$B$30,Sheet1!$B$36)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(Sheet1!$J$42,Sheet1!$J$48,Sheet1!$J$54,Sheet1!$J$60,Sheet1!$J$66,Sheet1!$J$72,Sheet1!$J$78)</c:f>
              <c:numCache>
                <c:formatCode>General</c:formatCode>
                <c:ptCount val="7"/>
                <c:pt idx="0">
                  <c:v>1</c:v>
                </c:pt>
                <c:pt idx="1">
                  <c:v>0.58931041799278594</c:v>
                </c:pt>
                <c:pt idx="2">
                  <c:v>0.43504807517596661</c:v>
                </c:pt>
                <c:pt idx="3">
                  <c:v>0.35684074744069399</c:v>
                </c:pt>
                <c:pt idx="4">
                  <c:v>0.48952293800478275</c:v>
                </c:pt>
                <c:pt idx="5">
                  <c:v>0.35499012261858998</c:v>
                </c:pt>
                <c:pt idx="6">
                  <c:v>0.31559295687586358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E33-4EAE-864D-C61208D3C9A3}"/>
            </c:ext>
          </c:extLst>
        </c:ser>
        <c:ser>
          <c:idx val="5"/>
          <c:order val="5"/>
          <c:tx>
            <c:v>20000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(Sheet1!$B$13,Sheet1!$B$19,Sheet1!$B$25,Sheet1!$B$31,Sheet1!$B$37)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(Sheet1!$J$43,Sheet1!$J$49,Sheet1!$J$55,Sheet1!$J$61,Sheet1!$J$67,Sheet1!$J$73,Sheet1!$J$79)</c:f>
              <c:numCache>
                <c:formatCode>General</c:formatCode>
                <c:ptCount val="7"/>
                <c:pt idx="0">
                  <c:v>1</c:v>
                </c:pt>
                <c:pt idx="1">
                  <c:v>0.84866206093401797</c:v>
                </c:pt>
                <c:pt idx="2">
                  <c:v>0.62898910712141809</c:v>
                </c:pt>
                <c:pt idx="3">
                  <c:v>0.53016079008401884</c:v>
                </c:pt>
                <c:pt idx="4">
                  <c:v>0.73242999277559306</c:v>
                </c:pt>
                <c:pt idx="5">
                  <c:v>0.55430807196943699</c:v>
                </c:pt>
                <c:pt idx="6">
                  <c:v>0.38929575863808563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6E33-4EAE-864D-C61208D3C9A3}"/>
            </c:ext>
          </c:extLst>
        </c:ser>
        <c:ser>
          <c:idx val="6"/>
          <c:order val="6"/>
          <c:tx>
            <c:v>Ideal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6E33-4EAE-864D-C61208D3C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864383"/>
        <c:axId val="340867743"/>
      </c:scatterChart>
      <c:valAx>
        <c:axId val="340864383"/>
        <c:scaling>
          <c:orientation val="minMax"/>
          <c:max val="16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Threads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867743"/>
        <c:crossesAt val="0.60000000000000009"/>
        <c:crossBetween val="midCat"/>
      </c:valAx>
      <c:valAx>
        <c:axId val="340867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Efficiency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864383"/>
        <c:crossesAt val="0.1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Efficiency vs Processes for MPI nobuffer SIR Simulation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064858378286641"/>
          <c:y val="0.1405550098728868"/>
          <c:w val="0.72569272416213459"/>
          <c:h val="0.68261865940334587"/>
        </c:manualLayout>
      </c:layout>
      <c:scatterChart>
        <c:scatterStyle val="lineMarker"/>
        <c:varyColors val="0"/>
        <c:ser>
          <c:idx val="0"/>
          <c:order val="0"/>
          <c:tx>
            <c:v>500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(Sheet1!$J$86,Sheet1!$J$92,Sheet1!$J$98,Sheet1!$J$104,Sheet1!$J$110,Sheet1!$J$116,Sheet1!$J$122)</c:f>
              <c:numCache>
                <c:formatCode>General</c:formatCode>
                <c:ptCount val="7"/>
                <c:pt idx="0">
                  <c:v>1</c:v>
                </c:pt>
                <c:pt idx="1">
                  <c:v>0.93355155613961993</c:v>
                </c:pt>
                <c:pt idx="2">
                  <c:v>0.8102021202317734</c:v>
                </c:pt>
                <c:pt idx="3">
                  <c:v>0.70971210312142119</c:v>
                </c:pt>
                <c:pt idx="4">
                  <c:v>0.4916705492702394</c:v>
                </c:pt>
                <c:pt idx="5">
                  <c:v>0.27147475570336183</c:v>
                </c:pt>
                <c:pt idx="6">
                  <c:v>0.17174814606026012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67-4CD5-B2A3-1B78F0727B91}"/>
            </c:ext>
          </c:extLst>
        </c:ser>
        <c:ser>
          <c:idx val="1"/>
          <c:order val="1"/>
          <c:tx>
            <c:v>1000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(Sheet1!$B$9,Sheet1!$B$15,Sheet1!$B$21,Sheet1!$B$27,Sheet1!$B$33)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(Sheet1!$J$87,Sheet1!$J$93,Sheet1!$J$99,Sheet1!$J$105,Sheet1!$J$111,Sheet1!$J$117,Sheet1!$J$123)</c:f>
              <c:numCache>
                <c:formatCode>General</c:formatCode>
                <c:ptCount val="7"/>
                <c:pt idx="0">
                  <c:v>1</c:v>
                </c:pt>
                <c:pt idx="1">
                  <c:v>0.94832799581325922</c:v>
                </c:pt>
                <c:pt idx="2">
                  <c:v>0.85017048570082554</c:v>
                </c:pt>
                <c:pt idx="3">
                  <c:v>0.75712278879749095</c:v>
                </c:pt>
                <c:pt idx="4">
                  <c:v>0.64571482117152679</c:v>
                </c:pt>
                <c:pt idx="5">
                  <c:v>0.35059456018120411</c:v>
                </c:pt>
                <c:pt idx="6">
                  <c:v>0.14816619764641023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567-4CD5-B2A3-1B78F0727B91}"/>
            </c:ext>
          </c:extLst>
        </c:ser>
        <c:ser>
          <c:idx val="2"/>
          <c:order val="2"/>
          <c:tx>
            <c:v>2000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(Sheet1!$B$10,Sheet1!$B$16,Sheet1!$B$22,Sheet1!$B$28,Sheet1!$B$34)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(Sheet1!$J$88,Sheet1!$J$94,Sheet1!$J$100,Sheet1!$J$106,Sheet1!$J$112,Sheet1!$J$118,Sheet1!$J$124)</c:f>
              <c:numCache>
                <c:formatCode>General</c:formatCode>
                <c:ptCount val="7"/>
                <c:pt idx="0">
                  <c:v>1</c:v>
                </c:pt>
                <c:pt idx="1">
                  <c:v>0.98817223867264392</c:v>
                </c:pt>
                <c:pt idx="2">
                  <c:v>0.85616006420913837</c:v>
                </c:pt>
                <c:pt idx="3">
                  <c:v>0.79343462160348111</c:v>
                </c:pt>
                <c:pt idx="4">
                  <c:v>0.67105830757063778</c:v>
                </c:pt>
                <c:pt idx="5">
                  <c:v>0.26293487957181089</c:v>
                </c:pt>
                <c:pt idx="6">
                  <c:v>0.18155749928677023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567-4CD5-B2A3-1B78F0727B91}"/>
            </c:ext>
          </c:extLst>
        </c:ser>
        <c:ser>
          <c:idx val="3"/>
          <c:order val="3"/>
          <c:tx>
            <c:v>5000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(Sheet1!$B$11,Sheet1!$B$17,Sheet1!$B$23,Sheet1!$B$29,Sheet1!$B$35)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(Sheet1!$J$89,Sheet1!$J$95,Sheet1!$J$101,Sheet1!$J$107,Sheet1!$J$113,Sheet1!$J$119,Sheet1!$J$125)</c:f>
              <c:numCache>
                <c:formatCode>General</c:formatCode>
                <c:ptCount val="7"/>
                <c:pt idx="0">
                  <c:v>1</c:v>
                </c:pt>
                <c:pt idx="1">
                  <c:v>0.95097000292043887</c:v>
                </c:pt>
                <c:pt idx="2">
                  <c:v>0.85505180472507114</c:v>
                </c:pt>
                <c:pt idx="3">
                  <c:v>0.7695761858073159</c:v>
                </c:pt>
                <c:pt idx="4">
                  <c:v>0.63949638866818381</c:v>
                </c:pt>
                <c:pt idx="5">
                  <c:v>0.29728603147706828</c:v>
                </c:pt>
                <c:pt idx="6">
                  <c:v>0.23052579031172327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567-4CD5-B2A3-1B78F0727B91}"/>
            </c:ext>
          </c:extLst>
        </c:ser>
        <c:ser>
          <c:idx val="4"/>
          <c:order val="4"/>
          <c:tx>
            <c:v>10000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(Sheet1!$B$12,Sheet1!$B$18,Sheet1!$B$24,Sheet1!$B$30,Sheet1!$B$36)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(Sheet1!$J$90,Sheet1!$J$96,Sheet1!$J$102,Sheet1!$J$108,Sheet1!$J$114,Sheet1!$J$120,Sheet1!$J$126)</c:f>
              <c:numCache>
                <c:formatCode>General</c:formatCode>
                <c:ptCount val="7"/>
                <c:pt idx="0">
                  <c:v>1</c:v>
                </c:pt>
                <c:pt idx="1">
                  <c:v>0.95826877962569679</c:v>
                </c:pt>
                <c:pt idx="2">
                  <c:v>0.85941319144135664</c:v>
                </c:pt>
                <c:pt idx="3">
                  <c:v>0.75222414950760963</c:v>
                </c:pt>
                <c:pt idx="4">
                  <c:v>0.67531460385975528</c:v>
                </c:pt>
                <c:pt idx="5">
                  <c:v>0.32654182535799847</c:v>
                </c:pt>
                <c:pt idx="6">
                  <c:v>0.22747154014835669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567-4CD5-B2A3-1B78F0727B91}"/>
            </c:ext>
          </c:extLst>
        </c:ser>
        <c:ser>
          <c:idx val="5"/>
          <c:order val="5"/>
          <c:tx>
            <c:v>20000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(Sheet1!$B$13,Sheet1!$B$19,Sheet1!$B$25,Sheet1!$B$31,Sheet1!$B$37)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(Sheet1!$J$91,Sheet1!$J$97,Sheet1!$J$103,Sheet1!$J$109,Sheet1!$J$115,Sheet1!$J$121,Sheet1!$J$127)</c:f>
              <c:numCache>
                <c:formatCode>General</c:formatCode>
                <c:ptCount val="7"/>
                <c:pt idx="0">
                  <c:v>1</c:v>
                </c:pt>
                <c:pt idx="1">
                  <c:v>0.97377843853716251</c:v>
                </c:pt>
                <c:pt idx="2">
                  <c:v>0.87133114115211296</c:v>
                </c:pt>
                <c:pt idx="3">
                  <c:v>0.78461038796703253</c:v>
                </c:pt>
                <c:pt idx="4">
                  <c:v>0.68504657891015375</c:v>
                </c:pt>
                <c:pt idx="5">
                  <c:v>0.3071558121778461</c:v>
                </c:pt>
                <c:pt idx="6">
                  <c:v>0.24960094335166794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A567-4CD5-B2A3-1B78F0727B91}"/>
            </c:ext>
          </c:extLst>
        </c:ser>
        <c:ser>
          <c:idx val="6"/>
          <c:order val="6"/>
          <c:tx>
            <c:v>Ideal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A567-4CD5-B2A3-1B78F0727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864383"/>
        <c:axId val="340867743"/>
      </c:scatterChart>
      <c:valAx>
        <c:axId val="340864383"/>
        <c:scaling>
          <c:orientation val="minMax"/>
          <c:max val="16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Threads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867743"/>
        <c:crossesAt val="0.60000000000000009"/>
        <c:crossBetween val="midCat"/>
      </c:valAx>
      <c:valAx>
        <c:axId val="340867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Efficiency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86438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Speedup vs Processes for hyrbid SIR Simulation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500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(Sheet1!$I$128,Sheet1!$I$134,Sheet1!$I$140,Sheet1!$I$146,Sheet1!$I$152,Sheet1!$I$158,Sheet1!$I$164)</c:f>
              <c:numCache>
                <c:formatCode>General</c:formatCode>
                <c:ptCount val="7"/>
                <c:pt idx="0">
                  <c:v>1</c:v>
                </c:pt>
                <c:pt idx="1">
                  <c:v>1.7231919684356216</c:v>
                </c:pt>
                <c:pt idx="2">
                  <c:v>6.0509358550603395E-2</c:v>
                </c:pt>
                <c:pt idx="3">
                  <c:v>2.7842969275871855E-2</c:v>
                </c:pt>
                <c:pt idx="4">
                  <c:v>2.3404629413140053E-2</c:v>
                </c:pt>
                <c:pt idx="5">
                  <c:v>2.1881087697822856E-2</c:v>
                </c:pt>
                <c:pt idx="6">
                  <c:v>2.2114862894460106E-2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956-40A6-9F62-87EEFAA8B1F0}"/>
            </c:ext>
          </c:extLst>
        </c:ser>
        <c:ser>
          <c:idx val="1"/>
          <c:order val="1"/>
          <c:tx>
            <c:v>1000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(Sheet1!$B$9,Sheet1!$B$15,Sheet1!$B$21,Sheet1!$B$27,Sheet1!$B$33)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(Sheet1!$I$128,Sheet1!$I$135,Sheet1!$I$141,Sheet1!$I$147,Sheet1!$I$153,Sheet1!$I$159,Sheet1!$I$165)</c:f>
              <c:numCache>
                <c:formatCode>General</c:formatCode>
                <c:ptCount val="7"/>
                <c:pt idx="0">
                  <c:v>1</c:v>
                </c:pt>
                <c:pt idx="1">
                  <c:v>1.825007662287244</c:v>
                </c:pt>
                <c:pt idx="2">
                  <c:v>0.21474679085691753</c:v>
                </c:pt>
                <c:pt idx="3">
                  <c:v>9.9719768177946089E-2</c:v>
                </c:pt>
                <c:pt idx="4">
                  <c:v>8.2896534442113867E-2</c:v>
                </c:pt>
                <c:pt idx="5">
                  <c:v>7.953773954548693E-2</c:v>
                </c:pt>
                <c:pt idx="6">
                  <c:v>7.5735326538572428E-2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956-40A6-9F62-87EEFAA8B1F0}"/>
            </c:ext>
          </c:extLst>
        </c:ser>
        <c:ser>
          <c:idx val="2"/>
          <c:order val="2"/>
          <c:tx>
            <c:v>2000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(Sheet1!$B$10,Sheet1!$B$16,Sheet1!$B$22,Sheet1!$B$28,Sheet1!$B$34)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(Sheet1!$I$130,Sheet1!$I$136,Sheet1!$I$142,Sheet1!$I$148,Sheet1!$I$154,Sheet1!$I$160,Sheet1!$I$166)</c:f>
              <c:numCache>
                <c:formatCode>General</c:formatCode>
                <c:ptCount val="7"/>
                <c:pt idx="0">
                  <c:v>1</c:v>
                </c:pt>
                <c:pt idx="1">
                  <c:v>1.8850229591428589</c:v>
                </c:pt>
                <c:pt idx="2">
                  <c:v>0.83076160100033136</c:v>
                </c:pt>
                <c:pt idx="3">
                  <c:v>0.38743710881408328</c:v>
                </c:pt>
                <c:pt idx="4">
                  <c:v>0.32596325875647864</c:v>
                </c:pt>
                <c:pt idx="5">
                  <c:v>0.30978465691473045</c:v>
                </c:pt>
                <c:pt idx="6">
                  <c:v>0.29927436835331572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956-40A6-9F62-87EEFAA8B1F0}"/>
            </c:ext>
          </c:extLst>
        </c:ser>
        <c:ser>
          <c:idx val="3"/>
          <c:order val="3"/>
          <c:tx>
            <c:v>5000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(Sheet1!$B$11,Sheet1!$B$17,Sheet1!$B$23,Sheet1!$B$29,Sheet1!$B$35)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(Sheet1!$I$131,Sheet1!$I$137,Sheet1!$I$143,Sheet1!$I$149,Sheet1!$I$155,Sheet1!$I$161,Sheet1!$I$167)</c:f>
              <c:numCache>
                <c:formatCode>General</c:formatCode>
                <c:ptCount val="7"/>
                <c:pt idx="0">
                  <c:v>1</c:v>
                </c:pt>
                <c:pt idx="1">
                  <c:v>1.8628547107884463</c:v>
                </c:pt>
                <c:pt idx="2">
                  <c:v>4.5514957474337621</c:v>
                </c:pt>
                <c:pt idx="3">
                  <c:v>2.4166149043591827</c:v>
                </c:pt>
                <c:pt idx="4">
                  <c:v>2.0661613181426173</c:v>
                </c:pt>
                <c:pt idx="5">
                  <c:v>1.8856347503334689</c:v>
                </c:pt>
                <c:pt idx="6">
                  <c:v>1.7221789235530467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956-40A6-9F62-87EEFAA8B1F0}"/>
            </c:ext>
          </c:extLst>
        </c:ser>
        <c:ser>
          <c:idx val="4"/>
          <c:order val="4"/>
          <c:tx>
            <c:v>10000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(Sheet1!$B$12,Sheet1!$B$18,Sheet1!$B$24,Sheet1!$B$30,Sheet1!$B$36)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(Sheet1!$I$132,Sheet1!$I$138,Sheet1!$I$144,Sheet1!$I$150,Sheet1!$I$156,Sheet1!$I$162,Sheet1!$I$168)</c:f>
              <c:numCache>
                <c:formatCode>General</c:formatCode>
                <c:ptCount val="7"/>
                <c:pt idx="0">
                  <c:v>1</c:v>
                </c:pt>
                <c:pt idx="1">
                  <c:v>1.9030750823870195</c:v>
                </c:pt>
                <c:pt idx="2">
                  <c:v>7.9182882096069873</c:v>
                </c:pt>
                <c:pt idx="3">
                  <c:v>5.8898229111177516</c:v>
                </c:pt>
                <c:pt idx="4">
                  <c:v>5.1546666060220137</c:v>
                </c:pt>
                <c:pt idx="5">
                  <c:v>6.1182424909067592</c:v>
                </c:pt>
                <c:pt idx="6">
                  <c:v>6.8108294896257462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956-40A6-9F62-87EEFAA8B1F0}"/>
            </c:ext>
          </c:extLst>
        </c:ser>
        <c:ser>
          <c:idx val="5"/>
          <c:order val="5"/>
          <c:tx>
            <c:v>20000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(Sheet1!$B$13,Sheet1!$B$19,Sheet1!$B$25,Sheet1!$B$31,Sheet1!$B$37)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(Sheet1!$I$91,Sheet1!$I$97,Sheet1!$I$103,Sheet1!$I$109,Sheet1!$I$115,Sheet1!$I$121,Sheet1!$I$127)</c:f>
              <c:numCache>
                <c:formatCode>General</c:formatCode>
                <c:ptCount val="7"/>
                <c:pt idx="0">
                  <c:v>1</c:v>
                </c:pt>
                <c:pt idx="1">
                  <c:v>1.947556877074325</c:v>
                </c:pt>
                <c:pt idx="2">
                  <c:v>3.4853245646084519</c:v>
                </c:pt>
                <c:pt idx="3">
                  <c:v>6.2768831037362602</c:v>
                </c:pt>
                <c:pt idx="4">
                  <c:v>10.96074526256246</c:v>
                </c:pt>
                <c:pt idx="5">
                  <c:v>9.8289859896910752</c:v>
                </c:pt>
                <c:pt idx="6">
                  <c:v>15.974460374506748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956-40A6-9F62-87EEFAA8B1F0}"/>
            </c:ext>
          </c:extLst>
        </c:ser>
        <c:ser>
          <c:idx val="6"/>
          <c:order val="6"/>
          <c:tx>
            <c:v>Ideal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D956-40A6-9F62-87EEFAA8B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974671"/>
        <c:axId val="135975151"/>
      </c:scatterChart>
      <c:valAx>
        <c:axId val="135974671"/>
        <c:scaling>
          <c:orientation val="minMax"/>
          <c:max val="16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Processes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75151"/>
        <c:crosses val="autoZero"/>
        <c:crossBetween val="midCat"/>
      </c:valAx>
      <c:valAx>
        <c:axId val="135975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Speedup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746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Efficiency vs Processes for MPI SIR Simulation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064858378286641"/>
          <c:y val="0.1405550098728868"/>
          <c:w val="0.69797268421045744"/>
          <c:h val="0.68261865940334587"/>
        </c:manualLayout>
      </c:layout>
      <c:scatterChart>
        <c:scatterStyle val="lineMarker"/>
        <c:varyColors val="0"/>
        <c:ser>
          <c:idx val="0"/>
          <c:order val="0"/>
          <c:tx>
            <c:v>500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(Sheet1!$J$128,Sheet1!$J$134,Sheet1!$J$140,Sheet1!$J$146,Sheet1!$J$152,Sheet1!$J$158,Sheet1!$J$164)</c:f>
              <c:numCache>
                <c:formatCode>General</c:formatCode>
                <c:ptCount val="7"/>
                <c:pt idx="0">
                  <c:v>1</c:v>
                </c:pt>
                <c:pt idx="1">
                  <c:v>0.86159598421781081</c:v>
                </c:pt>
                <c:pt idx="2">
                  <c:v>1.5127339637650849E-2</c:v>
                </c:pt>
                <c:pt idx="3">
                  <c:v>3.4803711594839819E-3</c:v>
                </c:pt>
                <c:pt idx="4">
                  <c:v>1.4627893383212533E-3</c:v>
                </c:pt>
                <c:pt idx="5">
                  <c:v>6.8378399055696423E-4</c:v>
                </c:pt>
                <c:pt idx="6">
                  <c:v>3.4554473272593915E-4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F5C-46BA-AD5E-A47E5A89E911}"/>
            </c:ext>
          </c:extLst>
        </c:ser>
        <c:ser>
          <c:idx val="1"/>
          <c:order val="1"/>
          <c:tx>
            <c:v>1000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(Sheet1!$B$9,Sheet1!$B$15,Sheet1!$B$21,Sheet1!$B$27,Sheet1!$B$33)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(Sheet1!$J$129,Sheet1!$J$135,Sheet1!$J$141,Sheet1!$J$148,Sheet1!$J$153,Sheet1!$J$159,Sheet1!$J$165)</c:f>
              <c:numCache>
                <c:formatCode>General</c:formatCode>
                <c:ptCount val="7"/>
                <c:pt idx="0">
                  <c:v>1</c:v>
                </c:pt>
                <c:pt idx="1">
                  <c:v>0.91250383114362199</c:v>
                </c:pt>
                <c:pt idx="2">
                  <c:v>5.3686697714229382E-2</c:v>
                </c:pt>
                <c:pt idx="3">
                  <c:v>4.8429638601760409E-2</c:v>
                </c:pt>
                <c:pt idx="4">
                  <c:v>5.1810334026321167E-3</c:v>
                </c:pt>
                <c:pt idx="5">
                  <c:v>2.4855543607964665E-3</c:v>
                </c:pt>
                <c:pt idx="6">
                  <c:v>1.1833644771651942E-3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F5C-46BA-AD5E-A47E5A89E911}"/>
            </c:ext>
          </c:extLst>
        </c:ser>
        <c:ser>
          <c:idx val="2"/>
          <c:order val="2"/>
          <c:tx>
            <c:v>2000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(Sheet1!$B$10,Sheet1!$B$16,Sheet1!$B$22,Sheet1!$B$28,Sheet1!$B$34)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(Sheet1!$J$130,Sheet1!$J$136,Sheet1!$J$142,Sheet1!$J$148,Sheet1!$J$154,Sheet1!$J$160,Sheet1!$J$166)</c:f>
              <c:numCache>
                <c:formatCode>General</c:formatCode>
                <c:ptCount val="7"/>
                <c:pt idx="0">
                  <c:v>1</c:v>
                </c:pt>
                <c:pt idx="1">
                  <c:v>0.94251147957142944</c:v>
                </c:pt>
                <c:pt idx="2">
                  <c:v>0.20769040025008284</c:v>
                </c:pt>
                <c:pt idx="3">
                  <c:v>4.8429638601760409E-2</c:v>
                </c:pt>
                <c:pt idx="4">
                  <c:v>2.0372703672279915E-2</c:v>
                </c:pt>
                <c:pt idx="5">
                  <c:v>9.6807705285853266E-3</c:v>
                </c:pt>
                <c:pt idx="6">
                  <c:v>4.6761620055205582E-3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F5C-46BA-AD5E-A47E5A89E911}"/>
            </c:ext>
          </c:extLst>
        </c:ser>
        <c:ser>
          <c:idx val="3"/>
          <c:order val="3"/>
          <c:tx>
            <c:v>5000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(Sheet1!$B$11,Sheet1!$B$17,Sheet1!$B$23,Sheet1!$B$29,Sheet1!$B$35)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(Sheet1!$J$131,Sheet1!$J$137,Sheet1!$J$143,Sheet1!$J$149,Sheet1!$J$155,Sheet1!$J$161,Sheet1!$J$167)</c:f>
              <c:numCache>
                <c:formatCode>General</c:formatCode>
                <c:ptCount val="7"/>
                <c:pt idx="0">
                  <c:v>1</c:v>
                </c:pt>
                <c:pt idx="1">
                  <c:v>0.93142735539422317</c:v>
                </c:pt>
                <c:pt idx="2">
                  <c:v>1.1378739368584405</c:v>
                </c:pt>
                <c:pt idx="3">
                  <c:v>0.30207686304489784</c:v>
                </c:pt>
                <c:pt idx="4">
                  <c:v>0.12913508238391358</c:v>
                </c:pt>
                <c:pt idx="5">
                  <c:v>5.8926085947920905E-2</c:v>
                </c:pt>
                <c:pt idx="6">
                  <c:v>2.6909045680516355E-2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F5C-46BA-AD5E-A47E5A89E911}"/>
            </c:ext>
          </c:extLst>
        </c:ser>
        <c:ser>
          <c:idx val="4"/>
          <c:order val="4"/>
          <c:tx>
            <c:v>10000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(Sheet1!$B$12,Sheet1!$B$18,Sheet1!$B$24,Sheet1!$B$30,Sheet1!$B$36)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(Sheet1!$J$132,Sheet1!$J$138,Sheet1!$J$144,Sheet1!$J$150,Sheet1!$J$156,Sheet1!$J$162,Sheet1!$J$168)</c:f>
              <c:numCache>
                <c:formatCode>General</c:formatCode>
                <c:ptCount val="7"/>
                <c:pt idx="0">
                  <c:v>1</c:v>
                </c:pt>
                <c:pt idx="1">
                  <c:v>0.95153754119350975</c:v>
                </c:pt>
                <c:pt idx="2">
                  <c:v>1.9795720524017468</c:v>
                </c:pt>
                <c:pt idx="3">
                  <c:v>0.73622786388971895</c:v>
                </c:pt>
                <c:pt idx="4">
                  <c:v>0.32216666287637585</c:v>
                </c:pt>
                <c:pt idx="5">
                  <c:v>0.19119507784083623</c:v>
                </c:pt>
                <c:pt idx="6">
                  <c:v>0.10641921077540228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F5C-46BA-AD5E-A47E5A89E911}"/>
            </c:ext>
          </c:extLst>
        </c:ser>
        <c:ser>
          <c:idx val="5"/>
          <c:order val="5"/>
          <c:tx>
            <c:v>20000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(Sheet1!$B$13,Sheet1!$B$19,Sheet1!$B$25,Sheet1!$B$31,Sheet1!$B$37)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(Sheet1!$J$133,Sheet1!$J$145,Sheet1!$J$151,Sheet1!$J$157,Sheet1!$J$163,Sheet1!$J$169)</c:f>
              <c:numCache>
                <c:formatCode>General</c:formatCode>
                <c:ptCount val="6"/>
                <c:pt idx="0">
                  <c:v>1</c:v>
                </c:pt>
                <c:pt idx="1">
                  <c:v>2.7119321745696254</c:v>
                </c:pt>
                <c:pt idx="2">
                  <c:v>1.1942304117543872</c:v>
                </c:pt>
                <c:pt idx="3">
                  <c:v>0.53391253965095453</c:v>
                </c:pt>
                <c:pt idx="4">
                  <c:v>0.39939609550394545</c:v>
                </c:pt>
                <c:pt idx="5">
                  <c:v>0.25659030156022877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F5C-46BA-AD5E-A47E5A89E911}"/>
            </c:ext>
          </c:extLst>
        </c:ser>
        <c:ser>
          <c:idx val="6"/>
          <c:order val="6"/>
          <c:tx>
            <c:v>Ideal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(Sheet1!$B$8,Sheet1!$B$14,Sheet1!$B$20,Sheet1!$B$26,Sheet1!$B$32)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EF5C-46BA-AD5E-A47E5A89E9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864383"/>
        <c:axId val="340867743"/>
      </c:scatterChart>
      <c:valAx>
        <c:axId val="340864383"/>
        <c:scaling>
          <c:orientation val="minMax"/>
          <c:max val="16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Threads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867743"/>
        <c:crossesAt val="0.60000000000000009"/>
        <c:crossBetween val="midCat"/>
      </c:valAx>
      <c:valAx>
        <c:axId val="340867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Efficiency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86438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Runtime vs Grid Size for Serial and hybrid Implementations of SIR</a:t>
            </a:r>
            <a:r>
              <a:rPr lang="en-US" baseline="0"/>
              <a:t> Simulation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Serial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Sheet1!$D$2:$D$7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Sheet1!$F$2:$F$7</c:f>
              <c:numCache>
                <c:formatCode>General</c:formatCode>
                <c:ptCount val="6"/>
                <c:pt idx="0">
                  <c:v>10.1472</c:v>
                </c:pt>
                <c:pt idx="1">
                  <c:v>37.576099999999997</c:v>
                </c:pt>
                <c:pt idx="2">
                  <c:v>153.69399999999999</c:v>
                </c:pt>
                <c:pt idx="3">
                  <c:v>984.98099999999999</c:v>
                </c:pt>
                <c:pt idx="4">
                  <c:v>3715.41</c:v>
                </c:pt>
                <c:pt idx="5">
                  <c:v>15741.2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17E-4157-A14B-3DFA58ECD7CB}"/>
            </c:ext>
          </c:extLst>
        </c:ser>
        <c:ser>
          <c:idx val="1"/>
          <c:order val="1"/>
          <c:tx>
            <c:v>Hybrid (1 process)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Sheet1!$D$8:$D$13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Sheet1!$F$128:$F$133</c:f>
              <c:numCache>
                <c:formatCode>General</c:formatCode>
                <c:ptCount val="6"/>
                <c:pt idx="0">
                  <c:v>2.5025400000000002</c:v>
                </c:pt>
                <c:pt idx="1">
                  <c:v>8.9317700000000002</c:v>
                </c:pt>
                <c:pt idx="2">
                  <c:v>35.345500000000001</c:v>
                </c:pt>
                <c:pt idx="3">
                  <c:v>227.59800000000001</c:v>
                </c:pt>
                <c:pt idx="4">
                  <c:v>906.64400000000001</c:v>
                </c:pt>
                <c:pt idx="5">
                  <c:v>3649.1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17E-4157-A14B-3DFA58ECD7CB}"/>
            </c:ext>
          </c:extLst>
        </c:ser>
        <c:ser>
          <c:idx val="2"/>
          <c:order val="2"/>
          <c:tx>
            <c:v>Hybrid (2 processes)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Sheet1!$D$14:$D$19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Sheet1!$F$134:$F$139</c:f>
              <c:numCache>
                <c:formatCode>General</c:formatCode>
                <c:ptCount val="6"/>
                <c:pt idx="0">
                  <c:v>1.4522699999999999</c:v>
                </c:pt>
                <c:pt idx="1">
                  <c:v>4.8940999999999999</c:v>
                </c:pt>
                <c:pt idx="2">
                  <c:v>18.750699999999998</c:v>
                </c:pt>
                <c:pt idx="3">
                  <c:v>122.17700000000001</c:v>
                </c:pt>
                <c:pt idx="4">
                  <c:v>476.41</c:v>
                </c:pt>
                <c:pt idx="5">
                  <c:v>1894.32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17E-4157-A14B-3DFA58ECD7CB}"/>
            </c:ext>
          </c:extLst>
        </c:ser>
        <c:ser>
          <c:idx val="3"/>
          <c:order val="3"/>
          <c:tx>
            <c:v>Hybrid (4 processes)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Sheet1!$D$20:$D$25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Sheet1!$F$140:$F$145</c:f>
              <c:numCache>
                <c:formatCode>General</c:formatCode>
                <c:ptCount val="6"/>
                <c:pt idx="0">
                  <c:v>41.357900000000001</c:v>
                </c:pt>
                <c:pt idx="1">
                  <c:v>41.592100000000002</c:v>
                </c:pt>
                <c:pt idx="2">
                  <c:v>42.545900000000003</c:v>
                </c:pt>
                <c:pt idx="3">
                  <c:v>50.005099999999999</c:v>
                </c:pt>
                <c:pt idx="4">
                  <c:v>114.5</c:v>
                </c:pt>
                <c:pt idx="5">
                  <c:v>336.39299999999997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17E-4157-A14B-3DFA58ECD7CB}"/>
            </c:ext>
          </c:extLst>
        </c:ser>
        <c:ser>
          <c:idx val="4"/>
          <c:order val="4"/>
          <c:tx>
            <c:v>Hybrid (8 processes)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Sheet1!$D$26:$D$31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Sheet1!$F$146:$F$151</c:f>
              <c:numCache>
                <c:formatCode>General</c:formatCode>
                <c:ptCount val="6"/>
                <c:pt idx="0">
                  <c:v>89.880499999999998</c:v>
                </c:pt>
                <c:pt idx="1">
                  <c:v>89.568700000000007</c:v>
                </c:pt>
                <c:pt idx="2">
                  <c:v>91.228999999999999</c:v>
                </c:pt>
                <c:pt idx="3">
                  <c:v>94.180499999999995</c:v>
                </c:pt>
                <c:pt idx="4">
                  <c:v>153.934</c:v>
                </c:pt>
                <c:pt idx="5">
                  <c:v>381.95100000000002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17E-4157-A14B-3DFA58ECD7CB}"/>
            </c:ext>
          </c:extLst>
        </c:ser>
        <c:ser>
          <c:idx val="5"/>
          <c:order val="5"/>
          <c:tx>
            <c:v>Hybrid (16 processes)</c:v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Sheet1!$D$32:$D$37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Sheet1!$F$152:$F$157</c:f>
              <c:numCache>
                <c:formatCode>General</c:formatCode>
                <c:ptCount val="6"/>
                <c:pt idx="0">
                  <c:v>106.925</c:v>
                </c:pt>
                <c:pt idx="1">
                  <c:v>107.746</c:v>
                </c:pt>
                <c:pt idx="2">
                  <c:v>108.434</c:v>
                </c:pt>
                <c:pt idx="3">
                  <c:v>110.155</c:v>
                </c:pt>
                <c:pt idx="4">
                  <c:v>175.88800000000001</c:v>
                </c:pt>
                <c:pt idx="5">
                  <c:v>427.16500000000002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17E-4157-A14B-3DFA58ECD7CB}"/>
            </c:ext>
          </c:extLst>
        </c:ser>
        <c:ser>
          <c:idx val="6"/>
          <c:order val="6"/>
          <c:tx>
            <c:v>Hybrid (32 processes)</c:v>
          </c:tx>
          <c:spPr>
            <a:ln w="19050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Sheet1!$D$68:$D$73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Sheet1!$F$158:$F$163</c:f>
              <c:numCache>
                <c:formatCode>General</c:formatCode>
                <c:ptCount val="6"/>
                <c:pt idx="0">
                  <c:v>114.37</c:v>
                </c:pt>
                <c:pt idx="1">
                  <c:v>112.29600000000001</c:v>
                </c:pt>
                <c:pt idx="2">
                  <c:v>114.09699999999999</c:v>
                </c:pt>
                <c:pt idx="3">
                  <c:v>120.70099999999999</c:v>
                </c:pt>
                <c:pt idx="4">
                  <c:v>148.18700000000001</c:v>
                </c:pt>
                <c:pt idx="5">
                  <c:v>285.517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117E-4157-A14B-3DFA58ECD7CB}"/>
            </c:ext>
          </c:extLst>
        </c:ser>
        <c:ser>
          <c:idx val="7"/>
          <c:order val="7"/>
          <c:tx>
            <c:v>Hybrid (64 processes)</c:v>
          </c:tx>
          <c:spPr>
            <a:ln w="19050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Sheet1!$D$74:$D$79</c:f>
              <c:numCache>
                <c:formatCode>General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5000</c:v>
                </c:pt>
                <c:pt idx="4">
                  <c:v>10000</c:v>
                </c:pt>
                <c:pt idx="5">
                  <c:v>20000</c:v>
                </c:pt>
              </c:numCache>
            </c:numRef>
          </c:xVal>
          <c:yVal>
            <c:numRef>
              <c:f>Sheet1!$F$164:$F$169</c:f>
              <c:numCache>
                <c:formatCode>General</c:formatCode>
                <c:ptCount val="6"/>
                <c:pt idx="0">
                  <c:v>113.161</c:v>
                </c:pt>
                <c:pt idx="1">
                  <c:v>117.934</c:v>
                </c:pt>
                <c:pt idx="2">
                  <c:v>118.104</c:v>
                </c:pt>
                <c:pt idx="3">
                  <c:v>132.15700000000001</c:v>
                </c:pt>
                <c:pt idx="4">
                  <c:v>133.11799999999999</c:v>
                </c:pt>
                <c:pt idx="5">
                  <c:v>222.21100000000001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117E-4157-A14B-3DFA58ECD7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1588159"/>
        <c:axId val="181589119"/>
      </c:scatterChart>
      <c:valAx>
        <c:axId val="181588159"/>
        <c:scaling>
          <c:logBase val="10"/>
          <c:orientation val="minMax"/>
          <c:max val="30000"/>
          <c:min val="3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Grid Width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89119"/>
        <c:crosses val="autoZero"/>
        <c:crossBetween val="midCat"/>
      </c:valAx>
      <c:valAx>
        <c:axId val="181589119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8815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A_F0D8CB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2FA5CA4-5A22-4B19-B8D1-5227F11B2474}" authorId="{75382896-29B0-A80E-BFEC-E147D8A94F3C}" created="2025-12-10T06:13:11.347">
    <pc:sldMkLst xmlns:pc="http://schemas.microsoft.com/office/powerpoint/2013/main/command">
      <pc:docMk/>
      <pc:sldMk cId="4040739669" sldId="266"/>
    </pc:sldMkLst>
    <p188:txBody>
      <a:bodyPr/>
      <a:lstStyle/>
      <a:p>
        <a:r>
          <a:rPr lang="en-US"/>
          <a:t>Going to add a few cute oscillators here if I have time</a:t>
        </a:r>
      </a:p>
    </p188:txBody>
  </p188:cm>
</p188:cmLst>
</file>

<file path=ppt/comments/modernComment_116_28FB8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3F674F-CB34-4ABC-BC6A-9736872E04EC}" authorId="{75382896-29B0-A80E-BFEC-E147D8A94F3C}" created="2025-12-10T06:26:15.9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973252" sldId="278"/>
      <ac:spMk id="5" creationId="{1874EF52-624B-DB90-04B8-E916C03B3A45}"/>
    </ac:deMkLst>
    <p188:replyLst/>
    <p188:txBody>
      <a:bodyPr/>
      <a:lstStyle/>
      <a:p>
        <a:r>
          <a:rPr lang="en-US"/>
          <a:t>It is speed-up or just speedup?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F4F3F-77DB-4F29-8654-9F61DB266CF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2B1A1B-31C2-4E07-A5E4-8AB241123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17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  <a:p>
            <a:r>
              <a:rPr lang="en-US"/>
              <a:t>Explanation of SIR epidemiological model</a:t>
            </a:r>
          </a:p>
          <a:p>
            <a:pPr lvl="1"/>
            <a:r>
              <a:rPr lang="en-US"/>
              <a:t>How it relates to GOL (similarities and differences)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1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01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42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64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3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15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07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27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86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9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EDE9F-4A70-492B-54C3-D836353F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BB4DA-3BEC-C149-F0B2-29F8D74A8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54134-F383-7F1E-7790-4DCFD0FCB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28BBB-4C75-BC47-6D2E-59A800022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02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43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EA83A-7C3A-C972-D6FB-505293A57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8131A-B12B-A6CC-021A-4C386951C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376EE-0331-AC93-F662-614CB3153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C0095-9947-CDA9-3320-A820EAE3E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02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13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9AE23-3CB2-7F8F-B4E2-D7177441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E32FD-929A-9C86-C423-8F5AD8E3E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57E91-AC51-AD53-C380-CA189A94B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2AB9D-CC64-216A-A9A5-EAFA0A4A6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86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092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79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B1A1B-31C2-4E07-A5E4-8AB241123C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4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2DF6-0C95-B289-9B2D-7310B9401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56C0C-134E-D5F7-8C87-17C16CAF5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B4820-120A-BEC9-C278-4D14EAE1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91B6C-1A82-49B0-9ECB-48C92F0B4098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D8529-E716-7DA1-29D1-AC0BCB7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D2E10-6048-A9DC-7BE3-1E803BB8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2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FCCA8-6C18-634D-92FF-C84C12E4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F5DD-4130-7E1D-B60D-250C8CF8F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797A-72A0-3F5E-FA49-6F627A9E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9C2A-7AED-46EA-A51A-4B32C1D88661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B495F-DAA9-F089-4981-BDC24733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30653-3802-2309-84CA-9BFDE3B3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0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93A1-50EE-9074-016F-1F2D0CFA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92668-960E-0DB5-2D11-4A397AE13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B13E1-5A3B-1C63-90A2-BA794D56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72C64-4D64-48FD-B197-872FDEAFE0E9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65A5C-BC64-EFA4-DEB0-3C6004B15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FF3CC-970E-E516-884B-A98A7A4B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9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715D-7972-75F9-4767-B57B0A43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C0A1-2E7C-BA46-A6C5-F23486D44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0A324-0715-F3EB-A0A2-48E8D6185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6BF08-C70D-2825-8C88-26E90702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4BBE-8073-4177-AEC9-A70BEF288464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7DCB7-9A43-1C8F-7BA8-F7C1DB0A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C7209-F36B-5DD4-D43E-347C6B2E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5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04B5-AA29-4FCA-E1C2-A8C9C0E0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12A25-ABEA-532E-DB44-8FA43BCAE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4ED7E-1671-E69D-BB64-962C4B279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B82AA-9A29-4B2F-AB63-C0653E6A4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9396B-4982-B8E0-B7A6-1B991D0ED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EB453-EBA7-5219-6E96-8625C3E9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1D97-8123-4306-9757-9463BDC11B71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F007B9-68AF-C85F-7A4C-80138B18F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43FF24-5B64-A6F8-CC4C-ED29093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7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8B0D-2C1C-6464-4E1D-CC5B9B80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A3E6A-B117-9146-AC8C-399E9AC6C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FE22-4C79-4213-B39B-6F08D82EF902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7E347-6AE1-8BFF-3CD4-E83EE9C6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3D7C7-9220-A5D7-8C6F-0F7A0D10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6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B5E922-DFDD-003C-B05E-CE268C89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B099-D0DF-49C6-8145-AE8F3EFB96AA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30B76-F8A2-CD2B-2221-FF83E7E8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D56F0-9A1E-8ECC-1ECB-970590E6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7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97D1-0B16-FB40-EB1F-6F8D30BE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2F617-E6A4-A23F-9F43-04345799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4A9AF-4A19-EF03-EB1D-0BFE85761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6AD5E-5740-C43A-B445-B4C84E49A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3A7DF-9FBF-4C84-BBC7-EFBF5A3433DC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5DB6F-17D7-95A5-DE74-A4DCF370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1D6A8-A427-79D0-A9F5-6F312514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04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90335-8DA4-290F-124B-2FC08C96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DB7861-6A2A-7E9E-BF92-3850E8491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CEE78-6A38-EA6B-76B1-D5780F987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36C14-CF56-F507-8ADF-7864F3C4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3EB1-13AC-4271-BD3F-134ACDF6680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3D77E-114F-DE32-B2FB-216DBE08F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D99ED-5B95-D3FF-BB0A-B1A93AF5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0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5B98-A9A7-1CE7-850F-FE5310D50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EC593-E999-AA83-9B44-0FDAA3236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ECA30-532B-3621-B7A6-6594824B9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FCA28-DD44-4E89-8B54-36D90D04227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4BF95-9A15-4DFD-9350-D0E9D22F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21691-40C0-24F0-F033-90D3B2F4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6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E3FD4-5CA3-617B-3A73-4C4169E43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84DA9-38F0-12BF-FD85-BC1A25AAC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F1FA4-94CB-B6AF-5E6F-B6DF38323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27180-2C09-4564-B1A9-067EF97132D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0D283-1806-FE09-DB72-1A82EBDB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46A82-AD03-31FD-F7BB-4666EBB74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4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C466B">
                <a:alpha val="75000"/>
              </a:srgbClr>
            </a:gs>
            <a:gs pos="100000">
              <a:srgbClr val="3F5EFB">
                <a:lumMod val="100000"/>
                <a:alpha val="52000"/>
              </a:srgbClr>
            </a:gs>
            <a:gs pos="31000">
              <a:srgbClr val="DE626A">
                <a:alpha val="45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23B01-C0BA-D9F1-FB99-C7AEF591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BBA7E-0F53-663E-D978-E3F11A332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C9201-F817-E5C3-9685-23900F86D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00761-014A-421C-A17C-844E94C290D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2922-83A5-7D53-3D3E-B99800EB3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5888-438E-C2FF-0BBE-8DAFD2360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E864-85BD-4A5B-9170-EB4F79F60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86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ictorGordan/sir_mode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github.com/VictorGordan/sir_model" TargetMode="Externa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28FB84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microsoft.com/office/2018/10/relationships/comments" Target="../comments/modernComment_10A_F0D8CB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gif"/><Relationship Id="rId4" Type="http://schemas.openxmlformats.org/officeDocument/2006/relationships/image" Target="../media/image2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EBEEE1-7566-1A84-3265-D6944BE39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rmAutofit/>
          </a:bodyPr>
          <a:lstStyle/>
          <a:p>
            <a:pPr algn="l"/>
            <a:r>
              <a:rPr lang="en-US" sz="5400">
                <a:solidFill>
                  <a:srgbClr val="FFFFFF"/>
                </a:solidFill>
              </a:rPr>
              <a:t>Simulation of a 2D SIR Model Using OpenMP, MPI, and Hybrid 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27B08-A425-795B-BC25-65A30F892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anchor="ctr">
            <a:normAutofit/>
          </a:bodyPr>
          <a:lstStyle/>
          <a:p>
            <a:pPr algn="l"/>
            <a:r>
              <a:rPr lang="en-US" sz="2000"/>
              <a:t>Izzy Moore and Michael Saban</a:t>
            </a:r>
          </a:p>
          <a:p>
            <a:pPr algn="l"/>
            <a:r>
              <a:rPr lang="en-US" sz="2000"/>
              <a:t>COMP 464</a:t>
            </a:r>
          </a:p>
          <a:p>
            <a:pPr algn="l"/>
            <a:r>
              <a:rPr lang="en-US" sz="2000"/>
              <a:t>12/10/25</a:t>
            </a:r>
          </a:p>
        </p:txBody>
      </p:sp>
      <p:pic>
        <p:nvPicPr>
          <p:cNvPr id="4" name="Picture 3" descr="A grid with purple squares&#10;&#10;AI-generated content may be incorrect.">
            <a:extLst>
              <a:ext uri="{FF2B5EF4-FFF2-40B4-BE49-F238E27FC236}">
                <a16:creationId xmlns:a16="http://schemas.microsoft.com/office/drawing/2014/main" id="{B4CCC41C-9C60-46A9-74B3-72A202F33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021" y="5020605"/>
            <a:ext cx="1448032" cy="119364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33695-BC35-C1FA-A442-2A8E5725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54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525D-A45F-0122-4F4D-B20DAA71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Background: SIR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CA7C6-BC38-5300-D0C3-704ABB3A6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481136"/>
            <a:ext cx="6515100" cy="5165725"/>
          </a:xfrm>
        </p:spPr>
        <p:txBody>
          <a:bodyPr>
            <a:normAutofit/>
          </a:bodyPr>
          <a:lstStyle/>
          <a:p>
            <a:r>
              <a:rPr lang="en-US"/>
              <a:t>3 States</a:t>
            </a:r>
          </a:p>
          <a:p>
            <a:pPr lvl="1"/>
            <a:r>
              <a:rPr lang="en-US" b="1"/>
              <a:t>Susceptible</a:t>
            </a:r>
            <a:r>
              <a:rPr lang="en-US"/>
              <a:t> (chance to become infected if there are infected neighbors)</a:t>
            </a:r>
          </a:p>
          <a:p>
            <a:pPr lvl="1"/>
            <a:r>
              <a:rPr lang="en-US" b="1"/>
              <a:t>Infected</a:t>
            </a:r>
            <a:r>
              <a:rPr lang="en-US"/>
              <a:t> (can infect neighbors, will eventually become resistant)</a:t>
            </a:r>
          </a:p>
          <a:p>
            <a:pPr lvl="1"/>
            <a:r>
              <a:rPr lang="en-US" b="1"/>
              <a:t>Resistant</a:t>
            </a:r>
            <a:r>
              <a:rPr lang="en-US"/>
              <a:t> (no chance to become infected, but will eventually become susceptible)</a:t>
            </a:r>
          </a:p>
          <a:p>
            <a:r>
              <a:rPr lang="en-US"/>
              <a:t>Why it’s a good HPC problem</a:t>
            </a:r>
          </a:p>
          <a:p>
            <a:pPr lvl="1"/>
            <a:r>
              <a:rPr lang="en-US"/>
              <a:t>2D Grid</a:t>
            </a:r>
          </a:p>
          <a:p>
            <a:pPr lvl="1"/>
            <a:r>
              <a:rPr lang="en-US"/>
              <a:t>Stencil update</a:t>
            </a:r>
          </a:p>
          <a:p>
            <a:pPr lvl="1"/>
            <a:r>
              <a:rPr lang="en-US"/>
              <a:t>Large problem sizes</a:t>
            </a:r>
          </a:p>
          <a:p>
            <a:pPr lvl="1"/>
            <a:r>
              <a:rPr lang="en-US"/>
              <a:t>Highly parallelizable</a:t>
            </a:r>
          </a:p>
        </p:txBody>
      </p:sp>
      <p:pic>
        <p:nvPicPr>
          <p:cNvPr id="5" name="Picture 4" descr="A green and red map&#10;&#10;AI-generated content may be incorrect.">
            <a:extLst>
              <a:ext uri="{FF2B5EF4-FFF2-40B4-BE49-F238E27FC236}">
                <a16:creationId xmlns:a16="http://schemas.microsoft.com/office/drawing/2014/main" id="{12EE9DE7-86B2-59F1-E546-E14E3444B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337" y="1481136"/>
            <a:ext cx="4939063" cy="4929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749703-49F5-A406-BF10-A0E62DF519FC}"/>
              </a:ext>
            </a:extLst>
          </p:cNvPr>
          <p:cNvSpPr txBox="1"/>
          <p:nvPr/>
        </p:nvSpPr>
        <p:spPr>
          <a:xfrm>
            <a:off x="0" y="6642556"/>
            <a:ext cx="21445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hlinkClick r:id="rId4"/>
              </a:rPr>
              <a:t>https://github.com/VictorGordan/sir_model</a:t>
            </a:r>
            <a:endParaRPr lang="en-US" sz="8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FB5AA-FD45-7E3A-713C-E4493850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7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A8DA-B11E-A550-E6B2-9BD7A7C3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Baseline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19F95-906F-2EC0-8AEB-34CDB90FE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5625"/>
            <a:ext cx="65151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Started from Victor Gordan’s SIR Model repo</a:t>
            </a:r>
          </a:p>
          <a:p>
            <a:r>
              <a:rPr lang="en-US"/>
              <a:t>Removed GUI</a:t>
            </a:r>
          </a:p>
          <a:p>
            <a:r>
              <a:rPr lang="en-US"/>
              <a:t>Replaced image-based updates with synthetic data generation</a:t>
            </a:r>
          </a:p>
          <a:p>
            <a:r>
              <a:rPr lang="en-US"/>
              <a:t>2D grid of size N x N</a:t>
            </a:r>
          </a:p>
          <a:p>
            <a:pPr lvl="1"/>
            <a:r>
              <a:rPr lang="en-US" err="1"/>
              <a:t>initialInfectious</a:t>
            </a:r>
            <a:r>
              <a:rPr lang="en-US"/>
              <a:t> = % of initial infected cells</a:t>
            </a:r>
          </a:p>
          <a:p>
            <a:pPr lvl="1"/>
            <a:r>
              <a:rPr lang="en-US" err="1"/>
              <a:t>infectiousTime</a:t>
            </a:r>
            <a:r>
              <a:rPr lang="en-US"/>
              <a:t> = # steps a cell is infectious before turning resistant</a:t>
            </a:r>
          </a:p>
          <a:p>
            <a:pPr lvl="1"/>
            <a:r>
              <a:rPr lang="en-US" err="1"/>
              <a:t>resistantTime</a:t>
            </a:r>
            <a:r>
              <a:rPr lang="en-US"/>
              <a:t> = # steps a cell is resistant before turning susceptible</a:t>
            </a:r>
          </a:p>
          <a:p>
            <a:pPr lvl="1"/>
            <a:endParaRPr lang="en-US"/>
          </a:p>
          <a:p>
            <a:r>
              <a:rPr lang="en-US"/>
              <a:t>Cell updates based on neighbors at each step</a:t>
            </a:r>
          </a:p>
        </p:txBody>
      </p:sp>
      <p:pic>
        <p:nvPicPr>
          <p:cNvPr id="4" name="sir_simulation">
            <a:hlinkClick r:id="" action="ppaction://media"/>
            <a:extLst>
              <a:ext uri="{FF2B5EF4-FFF2-40B4-BE49-F238E27FC236}">
                <a16:creationId xmlns:a16="http://schemas.microsoft.com/office/drawing/2014/main" id="{E1B4E2BC-B748-B392-F061-5C276046B4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4588" y="1152736"/>
            <a:ext cx="5092278" cy="5092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47DF17-DEA0-DF92-6BCE-F73760B3E6D3}"/>
              </a:ext>
            </a:extLst>
          </p:cNvPr>
          <p:cNvSpPr txBox="1"/>
          <p:nvPr/>
        </p:nvSpPr>
        <p:spPr>
          <a:xfrm>
            <a:off x="0" y="6642556"/>
            <a:ext cx="21445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hlinkClick r:id="rId6"/>
              </a:rPr>
              <a:t>https://github.com/VictorGordan/sir_model</a:t>
            </a:r>
            <a:endParaRPr lang="en-US" sz="8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2AC77-2EE3-52A9-75E1-E6661DAA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8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7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CEF7E-DB94-074A-E2AC-449598D5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E8EB-9BE6-FF11-090F-A4CD51355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876" y="365125"/>
            <a:ext cx="5660923" cy="13255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/>
              <a:t>Quick Reference to Conway's GOL rules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491C55-E650-B534-A33D-D7BAFE9A41E8}"/>
              </a:ext>
            </a:extLst>
          </p:cNvPr>
          <p:cNvGrpSpPr/>
          <p:nvPr/>
        </p:nvGrpSpPr>
        <p:grpSpPr>
          <a:xfrm>
            <a:off x="1058245" y="2177552"/>
            <a:ext cx="3764280" cy="3771901"/>
            <a:chOff x="1086820" y="2225177"/>
            <a:chExt cx="3764280" cy="377190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2AA78C2-C953-B83B-9000-E39FBFD21E11}"/>
                </a:ext>
              </a:extLst>
            </p:cNvPr>
            <p:cNvSpPr/>
            <p:nvPr/>
          </p:nvSpPr>
          <p:spPr>
            <a:xfrm>
              <a:off x="1086820" y="2225177"/>
              <a:ext cx="3764280" cy="377190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BEE49B-0AB8-CF26-2770-8D393CA274F9}"/>
                </a:ext>
              </a:extLst>
            </p:cNvPr>
            <p:cNvSpPr txBox="1"/>
            <p:nvPr/>
          </p:nvSpPr>
          <p:spPr>
            <a:xfrm>
              <a:off x="2337470" y="2297408"/>
              <a:ext cx="14325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bg2">
                      <a:lumMod val="50000"/>
                    </a:schemeClr>
                  </a:solidFill>
                </a:rPr>
                <a:t>Local neighborhood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0BF19EE-7DFD-0403-174D-6859C01E5EC3}"/>
                </a:ext>
              </a:extLst>
            </p:cNvPr>
            <p:cNvSpPr/>
            <p:nvPr/>
          </p:nvSpPr>
          <p:spPr>
            <a:xfrm>
              <a:off x="2337470" y="3468191"/>
              <a:ext cx="1262980" cy="1285875"/>
            </a:xfrm>
            <a:prstGeom prst="roundRect">
              <a:avLst>
                <a:gd name="adj" fmla="val 9521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4E218B-C3BC-1FB4-1DC8-97A3ABF8AC9C}"/>
                </a:ext>
              </a:extLst>
            </p:cNvPr>
            <p:cNvSpPr txBox="1"/>
            <p:nvPr/>
          </p:nvSpPr>
          <p:spPr>
            <a:xfrm>
              <a:off x="2756570" y="3962577"/>
              <a:ext cx="4247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bg2">
                      <a:lumMod val="90000"/>
                    </a:schemeClr>
                  </a:solidFill>
                </a:rPr>
                <a:t>cell</a:t>
              </a:r>
            </a:p>
          </p:txBody>
        </p:sp>
      </p:grp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FEE053-2E4C-A22A-F9C5-DE3FB577E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11" y="1808228"/>
            <a:ext cx="4510548" cy="451054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BFA34-8F01-194A-9E8E-86906FFDC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030" y="2258217"/>
            <a:ext cx="4510548" cy="27479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/>
              <a:t>Cells can be in an "alive" or "dead" State, each step in the algorithm checks the following rules to update the next state of the cell :</a:t>
            </a:r>
          </a:p>
          <a:p>
            <a:r>
              <a:rPr lang="en-US" sz="1800"/>
              <a:t>Any alive cell with fewer than two live neighbors becomes dead.</a:t>
            </a:r>
          </a:p>
          <a:p>
            <a:r>
              <a:rPr lang="en-US" sz="1800"/>
              <a:t>Any alive cell with (2-3) alive neighbors persists.</a:t>
            </a:r>
          </a:p>
          <a:p>
            <a:r>
              <a:rPr lang="en-US" sz="1800"/>
              <a:t>Any alive cell with (&gt;3) alive neighbors becomes dead.</a:t>
            </a:r>
          </a:p>
          <a:p>
            <a:r>
              <a:rPr lang="en-US" sz="1800"/>
              <a:t>Any dead cell with exactly 3 live neighbors becomes alive.</a:t>
            </a:r>
          </a:p>
          <a:p>
            <a:endParaRPr lang="en-US" sz="180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DBDA161-959A-4200-3B36-471090D1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5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3CE0-883A-88C5-9A29-CD5D1B41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9C23-7974-6A84-195F-227C9FFB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876" y="365125"/>
            <a:ext cx="5660923" cy="13255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/>
              <a:t>Quick Reference to Conway's GOL rules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7E3FE-A7BC-341F-CFAC-84C36419B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030" y="2258217"/>
            <a:ext cx="4510548" cy="27479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/>
              <a:t>Cells can be in an "alive" or "dead" State, each step in the algorithm checks the following rules to update the next state of the cell :</a:t>
            </a:r>
          </a:p>
          <a:p>
            <a:r>
              <a:rPr lang="en-US" sz="1800"/>
              <a:t>Any alive cell with fewer than two live neighbors becomes dead.</a:t>
            </a:r>
          </a:p>
          <a:p>
            <a:r>
              <a:rPr lang="en-US" sz="1800"/>
              <a:t>Any alive cell with (2-3) alive neighbors persists.</a:t>
            </a:r>
          </a:p>
          <a:p>
            <a:r>
              <a:rPr lang="en-US" sz="1800"/>
              <a:t>Any alive cell with (&gt;3) alive neighbors becomes dead.</a:t>
            </a:r>
          </a:p>
          <a:p>
            <a:r>
              <a:rPr lang="en-US" sz="1800"/>
              <a:t>Any dead cell with exactly 3 live neighbors becomes alive.</a:t>
            </a:r>
          </a:p>
          <a:p>
            <a:endParaRPr lang="en-US" sz="1800"/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0A510D5-47A3-31CF-2FC2-D6CBADAEA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89" y="1812104"/>
            <a:ext cx="4510548" cy="451054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DFB70D-4A2F-753A-F5B6-19A7E24BCFEC}"/>
              </a:ext>
            </a:extLst>
          </p:cNvPr>
          <p:cNvSpPr/>
          <p:nvPr/>
        </p:nvSpPr>
        <p:spPr>
          <a:xfrm>
            <a:off x="2318420" y="3429000"/>
            <a:ext cx="1262980" cy="1285875"/>
          </a:xfrm>
          <a:prstGeom prst="roundRect">
            <a:avLst>
              <a:gd name="adj" fmla="val 9521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0C52E-CA0D-3883-43A6-F86D6BDFEC77}"/>
              </a:ext>
            </a:extLst>
          </p:cNvPr>
          <p:cNvSpPr txBox="1"/>
          <p:nvPr/>
        </p:nvSpPr>
        <p:spPr>
          <a:xfrm>
            <a:off x="5091137" y="5820567"/>
            <a:ext cx="89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 #1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9DA2BD-FE0A-235D-12C9-3915C039D414}"/>
              </a:ext>
            </a:extLst>
          </p:cNvPr>
          <p:cNvGrpSpPr/>
          <p:nvPr/>
        </p:nvGrpSpPr>
        <p:grpSpPr>
          <a:xfrm>
            <a:off x="967108" y="3429000"/>
            <a:ext cx="3978618" cy="1285875"/>
            <a:chOff x="967108" y="3429000"/>
            <a:chExt cx="3978618" cy="128587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B85C835-90AB-4ED0-8E5C-7C2067FFEFC7}"/>
                </a:ext>
              </a:extLst>
            </p:cNvPr>
            <p:cNvSpPr/>
            <p:nvPr/>
          </p:nvSpPr>
          <p:spPr>
            <a:xfrm>
              <a:off x="3682746" y="3429000"/>
              <a:ext cx="1262980" cy="1285875"/>
            </a:xfrm>
            <a:prstGeom prst="roundRect">
              <a:avLst>
                <a:gd name="adj" fmla="val 9521"/>
              </a:avLst>
            </a:prstGeom>
            <a:solidFill>
              <a:srgbClr val="B975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CB53FE0-DAE5-9723-E091-04BED09A6CE5}"/>
                </a:ext>
              </a:extLst>
            </p:cNvPr>
            <p:cNvSpPr/>
            <p:nvPr/>
          </p:nvSpPr>
          <p:spPr>
            <a:xfrm>
              <a:off x="967108" y="3429000"/>
              <a:ext cx="1262980" cy="1285875"/>
            </a:xfrm>
            <a:prstGeom prst="roundRect">
              <a:avLst>
                <a:gd name="adj" fmla="val 9521"/>
              </a:avLst>
            </a:prstGeom>
            <a:solidFill>
              <a:srgbClr val="B975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3700C5-592D-45C4-0F59-7F7B4BAEA3BE}"/>
              </a:ext>
            </a:extLst>
          </p:cNvPr>
          <p:cNvGrpSpPr/>
          <p:nvPr/>
        </p:nvGrpSpPr>
        <p:grpSpPr>
          <a:xfrm>
            <a:off x="2876090" y="2625112"/>
            <a:ext cx="147638" cy="2893651"/>
            <a:chOff x="2876090" y="2625112"/>
            <a:chExt cx="147638" cy="2893651"/>
          </a:xfrm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B5B3B0FE-ECEC-A0CA-6F33-EE73E2306141}"/>
                </a:ext>
              </a:extLst>
            </p:cNvPr>
            <p:cNvSpPr/>
            <p:nvPr/>
          </p:nvSpPr>
          <p:spPr>
            <a:xfrm>
              <a:off x="2876090" y="5375888"/>
              <a:ext cx="147637" cy="142875"/>
            </a:xfrm>
            <a:prstGeom prst="plus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AB5E843A-E056-E198-9EA8-494746B4680D}"/>
                </a:ext>
              </a:extLst>
            </p:cNvPr>
            <p:cNvSpPr/>
            <p:nvPr/>
          </p:nvSpPr>
          <p:spPr>
            <a:xfrm>
              <a:off x="2876091" y="2625112"/>
              <a:ext cx="147637" cy="142875"/>
            </a:xfrm>
            <a:prstGeom prst="plus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7DF51A6-FBE6-89DA-67AC-D353F7DAD296}"/>
              </a:ext>
            </a:extLst>
          </p:cNvPr>
          <p:cNvGrpSpPr/>
          <p:nvPr/>
        </p:nvGrpSpPr>
        <p:grpSpPr>
          <a:xfrm>
            <a:off x="957583" y="3424440"/>
            <a:ext cx="3978618" cy="1285875"/>
            <a:chOff x="956791" y="3429000"/>
            <a:chExt cx="3978618" cy="128587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3E71873-C5A4-35F8-233F-4449FC2658A4}"/>
                </a:ext>
              </a:extLst>
            </p:cNvPr>
            <p:cNvSpPr/>
            <p:nvPr/>
          </p:nvSpPr>
          <p:spPr>
            <a:xfrm>
              <a:off x="3672429" y="3429000"/>
              <a:ext cx="1262980" cy="1285875"/>
            </a:xfrm>
            <a:prstGeom prst="roundRect">
              <a:avLst>
                <a:gd name="adj" fmla="val 9521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5313E10-37BD-CD1F-544F-6A9C23C284EE}"/>
                </a:ext>
              </a:extLst>
            </p:cNvPr>
            <p:cNvSpPr/>
            <p:nvPr/>
          </p:nvSpPr>
          <p:spPr>
            <a:xfrm>
              <a:off x="956791" y="3429000"/>
              <a:ext cx="1262980" cy="1285875"/>
            </a:xfrm>
            <a:prstGeom prst="roundRect">
              <a:avLst>
                <a:gd name="adj" fmla="val 9521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7F09C3-0DD2-AD62-2958-2E60AB71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5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CB9484-337C-B57A-7DDA-79C8FB89DEB3}"/>
              </a:ext>
            </a:extLst>
          </p:cNvPr>
          <p:cNvGrpSpPr/>
          <p:nvPr/>
        </p:nvGrpSpPr>
        <p:grpSpPr>
          <a:xfrm>
            <a:off x="2318418" y="2062364"/>
            <a:ext cx="1262980" cy="4010025"/>
            <a:chOff x="4969699" y="2023066"/>
            <a:chExt cx="1262980" cy="401002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DDA6082-A871-F938-7AEC-5F947A24DA88}"/>
                </a:ext>
              </a:extLst>
            </p:cNvPr>
            <p:cNvSpPr/>
            <p:nvPr/>
          </p:nvSpPr>
          <p:spPr>
            <a:xfrm>
              <a:off x="4969699" y="4747216"/>
              <a:ext cx="1262980" cy="1285875"/>
            </a:xfrm>
            <a:prstGeom prst="roundRect">
              <a:avLst>
                <a:gd name="adj" fmla="val 9521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5700C16-7D9D-8E1B-41A4-18B6A7D166CD}"/>
                </a:ext>
              </a:extLst>
            </p:cNvPr>
            <p:cNvSpPr/>
            <p:nvPr/>
          </p:nvSpPr>
          <p:spPr>
            <a:xfrm>
              <a:off x="4969699" y="2023066"/>
              <a:ext cx="1262980" cy="1285875"/>
            </a:xfrm>
            <a:prstGeom prst="roundRect">
              <a:avLst>
                <a:gd name="adj" fmla="val 9521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31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FC90D-8BF3-BA00-2A8D-F03B05BD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325" y="141272"/>
            <a:ext cx="10515600" cy="1325563"/>
          </a:xfrm>
        </p:spPr>
        <p:txBody>
          <a:bodyPr/>
          <a:lstStyle/>
          <a:p>
            <a:r>
              <a:rPr lang="en-US"/>
              <a:t>Update Example</a:t>
            </a:r>
          </a:p>
        </p:txBody>
      </p:sp>
      <p:pic>
        <p:nvPicPr>
          <p:cNvPr id="5" name="Picture 4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CB66F943-491D-DF2E-8795-D2A924C2E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953" y="1498178"/>
            <a:ext cx="5401459" cy="2859596"/>
          </a:xfrm>
          <a:prstGeom prst="rect">
            <a:avLst/>
          </a:prstGeom>
        </p:spPr>
      </p:pic>
      <p:pic>
        <p:nvPicPr>
          <p:cNvPr id="7" name="Picture 6" descr="A close up of text&#10;&#10;AI-generated content may be incorrect.">
            <a:extLst>
              <a:ext uri="{FF2B5EF4-FFF2-40B4-BE49-F238E27FC236}">
                <a16:creationId xmlns:a16="http://schemas.microsoft.com/office/drawing/2014/main" id="{F3FA5C9C-6C23-D0B5-5524-EF8574BCD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590" y="4536706"/>
            <a:ext cx="6007947" cy="1550438"/>
          </a:xfrm>
          <a:prstGeom prst="rect">
            <a:avLst/>
          </a:prstGeom>
        </p:spPr>
      </p:pic>
      <p:pic>
        <p:nvPicPr>
          <p:cNvPr id="9" name="Picture 8" descr="A colorful squares with black letters&#10;&#10;AI-generated content may be incorrect.">
            <a:extLst>
              <a:ext uri="{FF2B5EF4-FFF2-40B4-BE49-F238E27FC236}">
                <a16:creationId xmlns:a16="http://schemas.microsoft.com/office/drawing/2014/main" id="{DFE4FD24-16F4-1814-71D7-201D8533C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2" y="1372342"/>
            <a:ext cx="3867776" cy="3867776"/>
          </a:xfrm>
          <a:prstGeom prst="rect">
            <a:avLst/>
          </a:prstGeom>
        </p:spPr>
      </p:pic>
      <p:pic>
        <p:nvPicPr>
          <p:cNvPr id="15" name="Picture 14" descr="A black and white symbol&#10;&#10;AI-generated content may be incorrect.">
            <a:extLst>
              <a:ext uri="{FF2B5EF4-FFF2-40B4-BE49-F238E27FC236}">
                <a16:creationId xmlns:a16="http://schemas.microsoft.com/office/drawing/2014/main" id="{B0E15CA7-4257-71C0-18DC-494949E88C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8698" y="3497502"/>
            <a:ext cx="875763" cy="283113"/>
          </a:xfrm>
          <a:prstGeom prst="rect">
            <a:avLst/>
          </a:prstGeom>
        </p:spPr>
      </p:pic>
      <p:pic>
        <p:nvPicPr>
          <p:cNvPr id="17" name="Picture 16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8B978A05-7CE8-6189-6D42-9C41BD43F8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7185" y="1600775"/>
            <a:ext cx="780705" cy="283113"/>
          </a:xfrm>
          <a:prstGeom prst="rect">
            <a:avLst/>
          </a:prstGeom>
        </p:spPr>
      </p:pic>
      <p:pic>
        <p:nvPicPr>
          <p:cNvPr id="21" name="Picture 20" descr="A number and number on a white background&#10;&#10;AI-generated content may be incorrect.">
            <a:extLst>
              <a:ext uri="{FF2B5EF4-FFF2-40B4-BE49-F238E27FC236}">
                <a16:creationId xmlns:a16="http://schemas.microsoft.com/office/drawing/2014/main" id="{6A1DCAD7-60D4-6212-2B2D-8356E15670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127" y="5360161"/>
            <a:ext cx="3403106" cy="5441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99A310F-2A30-4A1F-6186-6E71F83F0C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6007588"/>
            <a:ext cx="2772162" cy="3096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EAB7213-75C7-B410-78D9-20B90BB229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367" y="6420482"/>
            <a:ext cx="3710506" cy="2667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BC911-7B93-78DD-6798-A0C34EA5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2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C556-A34A-3F27-F15C-05D42907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Parallelization Overview and Benchmark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DBFD0-0AFD-C9A2-C46A-58583A5B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OpenMP (shared memory)</a:t>
            </a:r>
          </a:p>
          <a:p>
            <a:r>
              <a:rPr lang="en-US"/>
              <a:t>MPI (distributed memory)</a:t>
            </a:r>
          </a:p>
          <a:p>
            <a:pPr lvl="1"/>
            <a:r>
              <a:rPr lang="en-US"/>
              <a:t>Blocking</a:t>
            </a:r>
          </a:p>
          <a:p>
            <a:pPr lvl="1"/>
            <a:r>
              <a:rPr lang="en-US"/>
              <a:t>Non-blocking</a:t>
            </a:r>
          </a:p>
          <a:p>
            <a:r>
              <a:rPr lang="en-US"/>
              <a:t>Hybrid (MPI + OpenMP)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0A075E-DB82-32CF-0B00-6E5AA496D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294615"/>
              </p:ext>
            </p:extLst>
          </p:nvPr>
        </p:nvGraphicFramePr>
        <p:xfrm>
          <a:off x="2032000" y="4322763"/>
          <a:ext cx="8128000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279204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164092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Benchmark Design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754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Grid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500, 1000, 2000, 5000, 10000, 20000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08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75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OpenMP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1, 2, 4, 8, 16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26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MPI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1, 2, 4, 8, 16, 32, 64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5777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4F7AF-304F-6EE3-7939-F8B884D1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3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D625-E78F-23D1-B2CC-718ECAE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OpenMP Design and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C7148-797E-393E-F6F8-D3E018DAA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696" y="3172756"/>
            <a:ext cx="3048425" cy="371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909DB-AF87-E3A5-B83E-866BEECC7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576" y="4376332"/>
            <a:ext cx="3810532" cy="381053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4AF4031-193A-0994-2093-861348110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426" y="5794297"/>
            <a:ext cx="3962953" cy="562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664D43-413A-EE7A-A260-FC6C9745A00B}"/>
              </a:ext>
            </a:extLst>
          </p:cNvPr>
          <p:cNvSpPr txBox="1"/>
          <p:nvPr/>
        </p:nvSpPr>
        <p:spPr>
          <a:xfrm>
            <a:off x="8417695" y="2434092"/>
            <a:ext cx="30484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initialize()</a:t>
            </a:r>
          </a:p>
          <a:p>
            <a:pPr algn="ctr"/>
            <a:r>
              <a:rPr lang="en-US" sz="1400"/>
              <a:t>Splits loop iterating over each cell into equal-sized chunks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3AEA5D-FEE0-5486-F5C9-42EB9DB9DEF0}"/>
              </a:ext>
            </a:extLst>
          </p:cNvPr>
          <p:cNvSpPr txBox="1"/>
          <p:nvPr/>
        </p:nvSpPr>
        <p:spPr>
          <a:xfrm>
            <a:off x="8003576" y="3637668"/>
            <a:ext cx="38105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/>
              <a:t>print_stats</a:t>
            </a:r>
            <a:r>
              <a:rPr lang="en-US" sz="1400" b="1"/>
              <a:t>()</a:t>
            </a:r>
          </a:p>
          <a:p>
            <a:pPr algn="ctr"/>
            <a:r>
              <a:rPr lang="en-US" sz="1400"/>
              <a:t>Parallelizes state counting while preventing race conditions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634A5-03CA-FEEC-EA0C-E7C62CE8F102}"/>
              </a:ext>
            </a:extLst>
          </p:cNvPr>
          <p:cNvSpPr txBox="1"/>
          <p:nvPr/>
        </p:nvSpPr>
        <p:spPr>
          <a:xfrm>
            <a:off x="7946426" y="4840190"/>
            <a:ext cx="3962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update()</a:t>
            </a:r>
          </a:p>
          <a:p>
            <a:pPr algn="ctr"/>
            <a:r>
              <a:rPr lang="en-US" sz="1400"/>
              <a:t>Merges nested loop over rows and columns into 1 iteration and divides iteration equally over threads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8A-2A41-52FA-9526-B6E7C2A6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13872AB-83C1-77D5-45DB-0C21C2C692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2891500"/>
              </p:ext>
            </p:extLst>
          </p:nvPr>
        </p:nvGraphicFramePr>
        <p:xfrm>
          <a:off x="282621" y="2134371"/>
          <a:ext cx="7478725" cy="44492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36235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7D47-A495-857E-B747-C6B88199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B35D-4590-A49E-B85A-F9D9973F7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OpenMP Design and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A4F32-94E6-8D41-90A6-A95A12FF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117" y="2781799"/>
            <a:ext cx="3048425" cy="371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EAF856-575F-EEA5-A031-C261D6FF3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997" y="3985375"/>
            <a:ext cx="3810532" cy="381053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A695C7-6E76-7F77-DCBB-B2A823B77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847" y="5403340"/>
            <a:ext cx="3962953" cy="562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276DAC-7D5F-11D4-A1F7-7946931205BC}"/>
              </a:ext>
            </a:extLst>
          </p:cNvPr>
          <p:cNvSpPr txBox="1"/>
          <p:nvPr/>
        </p:nvSpPr>
        <p:spPr>
          <a:xfrm>
            <a:off x="7862116" y="2043135"/>
            <a:ext cx="30484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initialize()</a:t>
            </a:r>
          </a:p>
          <a:p>
            <a:pPr algn="ctr"/>
            <a:r>
              <a:rPr lang="en-US" sz="1400"/>
              <a:t>Splits loop iterating over each cell into equal-sized chunks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26CE2-76A8-436D-89C6-EF516E881673}"/>
              </a:ext>
            </a:extLst>
          </p:cNvPr>
          <p:cNvSpPr txBox="1"/>
          <p:nvPr/>
        </p:nvSpPr>
        <p:spPr>
          <a:xfrm>
            <a:off x="7447997" y="3246711"/>
            <a:ext cx="38105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/>
              <a:t>print_stats</a:t>
            </a:r>
            <a:r>
              <a:rPr lang="en-US" sz="1400" b="1"/>
              <a:t>()</a:t>
            </a:r>
          </a:p>
          <a:p>
            <a:pPr algn="ctr"/>
            <a:r>
              <a:rPr lang="en-US" sz="1400"/>
              <a:t>Parallelizes state counting while preventing race conditions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9F6C18-DBFD-25AC-0147-1D3E4E5EFB3C}"/>
              </a:ext>
            </a:extLst>
          </p:cNvPr>
          <p:cNvSpPr txBox="1"/>
          <p:nvPr/>
        </p:nvSpPr>
        <p:spPr>
          <a:xfrm>
            <a:off x="7390847" y="4449233"/>
            <a:ext cx="3962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update()</a:t>
            </a:r>
          </a:p>
          <a:p>
            <a:pPr algn="ctr"/>
            <a:r>
              <a:rPr lang="en-US" sz="1400"/>
              <a:t>Merges nested loop over rows and columns into 1 iteration and divides iteration equally over threads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C3B36-329E-C8FA-E3EB-A179A73E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4050" y="6119586"/>
            <a:ext cx="2743200" cy="365125"/>
          </a:xfrm>
        </p:spPr>
        <p:txBody>
          <a:bodyPr/>
          <a:lstStyle/>
          <a:p>
            <a:fld id="{56AFE864-85BD-4A5B-9170-EB4F79F60C4F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83633EF-F72D-6A6A-0AFD-52F1FD2FF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7246465"/>
              </p:ext>
            </p:extLst>
          </p:nvPr>
        </p:nvGraphicFramePr>
        <p:xfrm>
          <a:off x="527391" y="1238562"/>
          <a:ext cx="5568609" cy="2751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294B046-E7C1-9D6D-B616-15B4DAA3B6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178359"/>
              </p:ext>
            </p:extLst>
          </p:nvPr>
        </p:nvGraphicFramePr>
        <p:xfrm>
          <a:off x="578998" y="3899414"/>
          <a:ext cx="5465394" cy="3009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023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F926-DD2E-F837-5E2A-E2282E4E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8D80-B13A-D8F8-E455-E03337E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MPI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14AC9-48AC-69ED-DF45-0A8D5B671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64" y="1419071"/>
            <a:ext cx="5615092" cy="1167747"/>
          </a:xfrm>
        </p:spPr>
        <p:txBody>
          <a:bodyPr>
            <a:normAutofit/>
          </a:bodyPr>
          <a:lstStyle/>
          <a:p>
            <a:r>
              <a:rPr lang="en-US"/>
              <a:t>We chose a horizontal partition for halo row exchanges</a:t>
            </a:r>
          </a:p>
        </p:txBody>
      </p:sp>
      <p:pic>
        <p:nvPicPr>
          <p:cNvPr id="5" name="Picture 4" descr="A blue grid with white text&#10;&#10;AI-generated content may be incorrect.">
            <a:extLst>
              <a:ext uri="{FF2B5EF4-FFF2-40B4-BE49-F238E27FC236}">
                <a16:creationId xmlns:a16="http://schemas.microsoft.com/office/drawing/2014/main" id="{75FC26CC-6491-48EA-2317-6288E8E0F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49" y="634736"/>
            <a:ext cx="5615092" cy="5615092"/>
          </a:xfrm>
          <a:prstGeom prst="rect">
            <a:avLst/>
          </a:prstGeom>
        </p:spPr>
      </p:pic>
      <p:pic>
        <p:nvPicPr>
          <p:cNvPr id="7" name="Picture 6" descr="A graph with a blue grid&#10;&#10;AI-generated content may be incorrect.">
            <a:extLst>
              <a:ext uri="{FF2B5EF4-FFF2-40B4-BE49-F238E27FC236}">
                <a16:creationId xmlns:a16="http://schemas.microsoft.com/office/drawing/2014/main" id="{B9466527-D65E-C0B4-280E-00F22391E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49" y="634736"/>
            <a:ext cx="5615092" cy="5615092"/>
          </a:xfrm>
          <a:prstGeom prst="rect">
            <a:avLst/>
          </a:prstGeom>
        </p:spPr>
      </p:pic>
      <p:pic>
        <p:nvPicPr>
          <p:cNvPr id="9" name="Picture 8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C65375D2-639C-94A0-94D2-8C23B3FC1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47" y="634734"/>
            <a:ext cx="5615093" cy="5615093"/>
          </a:xfrm>
          <a:prstGeom prst="rect">
            <a:avLst/>
          </a:prstGeom>
        </p:spPr>
      </p:pic>
      <p:pic>
        <p:nvPicPr>
          <p:cNvPr id="11" name="Picture 10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1D20458-248C-0B3A-E674-DE2F7AFD6E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47" y="634733"/>
            <a:ext cx="5615094" cy="5615094"/>
          </a:xfrm>
          <a:prstGeom prst="rect">
            <a:avLst/>
          </a:prstGeom>
        </p:spPr>
      </p:pic>
      <p:pic>
        <p:nvPicPr>
          <p:cNvPr id="13" name="Picture 12" descr="A colorful grid with different colors&#10;&#10;AI-generated content may be incorrect.">
            <a:extLst>
              <a:ext uri="{FF2B5EF4-FFF2-40B4-BE49-F238E27FC236}">
                <a16:creationId xmlns:a16="http://schemas.microsoft.com/office/drawing/2014/main" id="{2679450B-CBBE-C892-C091-6D5718B089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881" y="625209"/>
            <a:ext cx="5615094" cy="561509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A1DB391-85B2-35FE-C2C9-A50F42293242}"/>
              </a:ext>
            </a:extLst>
          </p:cNvPr>
          <p:cNvSpPr/>
          <p:nvPr/>
        </p:nvSpPr>
        <p:spPr>
          <a:xfrm>
            <a:off x="633998" y="2670175"/>
            <a:ext cx="5184983" cy="1381760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978C7-EEE0-FF09-8171-11D363507950}"/>
              </a:ext>
            </a:extLst>
          </p:cNvPr>
          <p:cNvSpPr/>
          <p:nvPr/>
        </p:nvSpPr>
        <p:spPr>
          <a:xfrm>
            <a:off x="633995" y="4051935"/>
            <a:ext cx="5184982" cy="1308100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E3E611-B8D7-4088-075D-0EE09DDAEF3B}"/>
              </a:ext>
            </a:extLst>
          </p:cNvPr>
          <p:cNvSpPr/>
          <p:nvPr/>
        </p:nvSpPr>
        <p:spPr>
          <a:xfrm>
            <a:off x="633996" y="3965574"/>
            <a:ext cx="5184983" cy="22129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6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441A19-8628-0CFB-5D83-CE5B318B4E71}"/>
              </a:ext>
            </a:extLst>
          </p:cNvPr>
          <p:cNvSpPr/>
          <p:nvPr/>
        </p:nvSpPr>
        <p:spPr>
          <a:xfrm>
            <a:off x="633994" y="4271127"/>
            <a:ext cx="5184983" cy="108890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97F593-5E4C-8A3E-077D-6A84EFCC1560}"/>
              </a:ext>
            </a:extLst>
          </p:cNvPr>
          <p:cNvSpPr/>
          <p:nvPr/>
        </p:nvSpPr>
        <p:spPr>
          <a:xfrm>
            <a:off x="633995" y="2665929"/>
            <a:ext cx="5184982" cy="13081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EC870F-769E-F1F0-81FE-C6B8F521ED51}"/>
              </a:ext>
            </a:extLst>
          </p:cNvPr>
          <p:cNvSpPr/>
          <p:nvPr/>
        </p:nvSpPr>
        <p:spPr>
          <a:xfrm>
            <a:off x="639395" y="3740981"/>
            <a:ext cx="5184982" cy="2085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CC89F7-0F5C-2200-7C99-9B7837EA9D79}"/>
              </a:ext>
            </a:extLst>
          </p:cNvPr>
          <p:cNvSpPr/>
          <p:nvPr/>
        </p:nvSpPr>
        <p:spPr>
          <a:xfrm>
            <a:off x="633994" y="4191118"/>
            <a:ext cx="5184983" cy="1769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6B3349-5775-7698-7189-C2922667F581}"/>
              </a:ext>
            </a:extLst>
          </p:cNvPr>
          <p:cNvSpPr txBox="1"/>
          <p:nvPr/>
        </p:nvSpPr>
        <p:spPr>
          <a:xfrm>
            <a:off x="799098" y="2752725"/>
            <a:ext cx="161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Partition #1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10DB7C-229B-C0CA-E1D0-0FAEAA1874B0}"/>
              </a:ext>
            </a:extLst>
          </p:cNvPr>
          <p:cNvSpPr txBox="1"/>
          <p:nvPr/>
        </p:nvSpPr>
        <p:spPr>
          <a:xfrm>
            <a:off x="799098" y="4618136"/>
            <a:ext cx="161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Partition #2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D0DA6-72F4-4136-64B5-F5F538E6634B}"/>
              </a:ext>
            </a:extLst>
          </p:cNvPr>
          <p:cNvSpPr txBox="1"/>
          <p:nvPr/>
        </p:nvSpPr>
        <p:spPr>
          <a:xfrm>
            <a:off x="4995813" y="3705146"/>
            <a:ext cx="1022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Halo row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C0E440-A874-9939-D5D7-4879F892F0F2}"/>
              </a:ext>
            </a:extLst>
          </p:cNvPr>
          <p:cNvSpPr txBox="1"/>
          <p:nvPr/>
        </p:nvSpPr>
        <p:spPr>
          <a:xfrm>
            <a:off x="636371" y="4125694"/>
            <a:ext cx="219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Halo row</a:t>
            </a:r>
          </a:p>
        </p:txBody>
      </p:sp>
      <p:sp>
        <p:nvSpPr>
          <p:cNvPr id="38" name="Arrow: Curved Right 37">
            <a:extLst>
              <a:ext uri="{FF2B5EF4-FFF2-40B4-BE49-F238E27FC236}">
                <a16:creationId xmlns:a16="http://schemas.microsoft.com/office/drawing/2014/main" id="{B37506D1-8596-D2DC-C242-25D9239259BF}"/>
              </a:ext>
            </a:extLst>
          </p:cNvPr>
          <p:cNvSpPr/>
          <p:nvPr/>
        </p:nvSpPr>
        <p:spPr>
          <a:xfrm>
            <a:off x="268025" y="3624192"/>
            <a:ext cx="321523" cy="719433"/>
          </a:xfrm>
          <a:prstGeom prst="curved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Curved Right 39">
            <a:extLst>
              <a:ext uri="{FF2B5EF4-FFF2-40B4-BE49-F238E27FC236}">
                <a16:creationId xmlns:a16="http://schemas.microsoft.com/office/drawing/2014/main" id="{FB9804EE-2472-4496-6BB3-A4F9021BA5A3}"/>
              </a:ext>
            </a:extLst>
          </p:cNvPr>
          <p:cNvSpPr/>
          <p:nvPr/>
        </p:nvSpPr>
        <p:spPr>
          <a:xfrm rot="10800000">
            <a:off x="5845966" y="3753168"/>
            <a:ext cx="321523" cy="719433"/>
          </a:xfrm>
          <a:prstGeom prst="curved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EC59EE3-357E-CA51-7C8F-93DEA7376D7A}"/>
              </a:ext>
            </a:extLst>
          </p:cNvPr>
          <p:cNvSpPr/>
          <p:nvPr/>
        </p:nvSpPr>
        <p:spPr>
          <a:xfrm>
            <a:off x="628595" y="3595688"/>
            <a:ext cx="5180220" cy="140134"/>
          </a:xfrm>
          <a:prstGeom prst="roundRect">
            <a:avLst/>
          </a:prstGeom>
          <a:solidFill>
            <a:srgbClr val="C1E5F5">
              <a:alpha val="7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AFB54D1-7895-02E1-8D20-0684C44C4E15}"/>
              </a:ext>
            </a:extLst>
          </p:cNvPr>
          <p:cNvSpPr/>
          <p:nvPr/>
        </p:nvSpPr>
        <p:spPr>
          <a:xfrm>
            <a:off x="636373" y="4351713"/>
            <a:ext cx="5180220" cy="140134"/>
          </a:xfrm>
          <a:prstGeom prst="roundRect">
            <a:avLst/>
          </a:prstGeom>
          <a:solidFill>
            <a:schemeClr val="accent6">
              <a:lumMod val="40000"/>
              <a:lumOff val="60000"/>
              <a:alpha val="7686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6CA805-471F-8E3A-04AA-6C02494965C9}"/>
              </a:ext>
            </a:extLst>
          </p:cNvPr>
          <p:cNvSpPr txBox="1"/>
          <p:nvPr/>
        </p:nvSpPr>
        <p:spPr>
          <a:xfrm>
            <a:off x="623199" y="3536271"/>
            <a:ext cx="1195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updated row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92F7AD-DF16-DCFC-FF80-D51AF08ED2EC}"/>
              </a:ext>
            </a:extLst>
          </p:cNvPr>
          <p:cNvSpPr txBox="1"/>
          <p:nvPr/>
        </p:nvSpPr>
        <p:spPr>
          <a:xfrm>
            <a:off x="4878541" y="4288062"/>
            <a:ext cx="1195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updated row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28857368-AD44-D843-0DDE-A23F498B2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226" y="6301601"/>
            <a:ext cx="2743200" cy="365125"/>
          </a:xfrm>
        </p:spPr>
        <p:txBody>
          <a:bodyPr/>
          <a:lstStyle/>
          <a:p>
            <a:fld id="{56AFE864-85BD-4A5B-9170-EB4F79F60C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2A237-A1DB-044A-9540-3E237C50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D1B42-2408-46D6-1E16-E38B924C2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190" y="57865"/>
            <a:ext cx="10515600" cy="1325563"/>
          </a:xfrm>
        </p:spPr>
        <p:txBody>
          <a:bodyPr/>
          <a:lstStyle/>
          <a:p>
            <a:r>
              <a:rPr lang="en-US"/>
              <a:t>MPI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BE09-A7C2-FE95-2164-7A28C766B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67" y="1383428"/>
            <a:ext cx="4341769" cy="824711"/>
          </a:xfrm>
        </p:spPr>
        <p:txBody>
          <a:bodyPr>
            <a:normAutofit/>
          </a:bodyPr>
          <a:lstStyle/>
          <a:p>
            <a:r>
              <a:rPr lang="en-US"/>
              <a:t>Blocking: </a:t>
            </a:r>
            <a:r>
              <a:rPr lang="en-US" err="1"/>
              <a:t>MPI_Sendrecv</a:t>
            </a:r>
            <a:r>
              <a:rPr lang="en-US"/>
              <a:t> 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6" name="Picture 5" descr="screenshot of MPI sendrecv ">
            <a:extLst>
              <a:ext uri="{FF2B5EF4-FFF2-40B4-BE49-F238E27FC236}">
                <a16:creationId xmlns:a16="http://schemas.microsoft.com/office/drawing/2014/main" id="{BB7B3E6B-3670-8640-1CB4-C4C6373A8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17" y="1795783"/>
            <a:ext cx="5215004" cy="41763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091703-AF55-7922-A76E-33B6BFC2D957}"/>
              </a:ext>
            </a:extLst>
          </p:cNvPr>
          <p:cNvSpPr txBox="1"/>
          <p:nvPr/>
        </p:nvSpPr>
        <p:spPr>
          <a:xfrm>
            <a:off x="5722621" y="1383428"/>
            <a:ext cx="6193154" cy="482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Non-Blocking: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MPI_Isend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/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MPI_Irecv</a:t>
            </a:r>
            <a:endParaRPr lang="en-US"/>
          </a:p>
        </p:txBody>
      </p:sp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5A04057-89E7-5702-653E-EFF13C0C11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793"/>
          <a:stretch>
            <a:fillRect/>
          </a:stretch>
        </p:blipFill>
        <p:spPr>
          <a:xfrm>
            <a:off x="5802319" y="1795783"/>
            <a:ext cx="6300457" cy="4176391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4E1C4A9-081F-C07E-EE17-426DE91C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90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CC4B-2387-6B70-B057-1DD3EC79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977A-91F0-433E-6760-4EBBC201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MPI Performance – Total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85369-CE8D-BEFB-99C9-72EDE19E0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357313"/>
            <a:ext cx="3410583" cy="823912"/>
          </a:xfrm>
        </p:spPr>
        <p:txBody>
          <a:bodyPr/>
          <a:lstStyle/>
          <a:p>
            <a:r>
              <a:rPr lang="en-US"/>
              <a:t>Blocking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52965-B090-A0B8-55FC-006A3362A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619250"/>
            <a:ext cx="5183188" cy="609600"/>
          </a:xfrm>
        </p:spPr>
        <p:txBody>
          <a:bodyPr/>
          <a:lstStyle/>
          <a:p>
            <a:r>
              <a:rPr lang="en-US"/>
              <a:t>Non-Blocking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1232DEE-5025-49F6-9B33-7B23A13F667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47477525"/>
              </p:ext>
            </p:extLst>
          </p:nvPr>
        </p:nvGraphicFramePr>
        <p:xfrm>
          <a:off x="614363" y="2181225"/>
          <a:ext cx="5183187" cy="4008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C8AE7E9-59B0-4D75-821B-321A8104599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83676398"/>
              </p:ext>
            </p:extLst>
          </p:nvPr>
        </p:nvGraphicFramePr>
        <p:xfrm>
          <a:off x="6169024" y="2190750"/>
          <a:ext cx="5186364" cy="4008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1800537-95D1-5DB9-26F9-48C75D90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7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94D0-20F1-6ED6-C8AD-324DE6D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MPI Performance - Speedup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41BC5-3710-F2C1-C858-3FB55EA9A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357313"/>
            <a:ext cx="3410583" cy="823912"/>
          </a:xfrm>
        </p:spPr>
        <p:txBody>
          <a:bodyPr/>
          <a:lstStyle/>
          <a:p>
            <a:r>
              <a:rPr lang="en-US"/>
              <a:t>Blocking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2CCC1-55A8-4536-9844-4E9FB8DFD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619250"/>
            <a:ext cx="5183188" cy="609600"/>
          </a:xfrm>
        </p:spPr>
        <p:txBody>
          <a:bodyPr/>
          <a:lstStyle/>
          <a:p>
            <a:r>
              <a:rPr lang="en-US"/>
              <a:t>Non-Blocking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CFD46228-5E61-4C5E-AE4A-000532A3E00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35057998"/>
              </p:ext>
            </p:extLst>
          </p:nvPr>
        </p:nvGraphicFramePr>
        <p:xfrm>
          <a:off x="5948934" y="2228849"/>
          <a:ext cx="5183188" cy="3885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D8D59D0B-4D87-4DFE-BE78-EDA929DC1C4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6093586"/>
              </p:ext>
            </p:extLst>
          </p:nvPr>
        </p:nvGraphicFramePr>
        <p:xfrm>
          <a:off x="732092" y="2304288"/>
          <a:ext cx="5183188" cy="3885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525036D-B0A9-A848-4F11-0726F6FF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10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1206-89DF-D8DA-83E7-5EF232693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5881-0505-8C34-5E4A-DB5BA11D8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MPI Performance - Efficiency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EFC74-E07A-E8D8-7993-C2077E4E8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357313"/>
            <a:ext cx="3410583" cy="823912"/>
          </a:xfrm>
        </p:spPr>
        <p:txBody>
          <a:bodyPr/>
          <a:lstStyle/>
          <a:p>
            <a:r>
              <a:rPr lang="en-US"/>
              <a:t>Blocking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8B046-28CA-A5EF-4797-8988CA912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619250"/>
            <a:ext cx="5183188" cy="609600"/>
          </a:xfrm>
        </p:spPr>
        <p:txBody>
          <a:bodyPr/>
          <a:lstStyle/>
          <a:p>
            <a:r>
              <a:rPr lang="en-US"/>
              <a:t>Non-Blocking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54BF591-787D-4F5C-A493-E3ED2E5CCC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5156567"/>
              </p:ext>
            </p:extLst>
          </p:nvPr>
        </p:nvGraphicFramePr>
        <p:xfrm>
          <a:off x="675196" y="2377059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259B5D9-541D-48B4-A9ED-75958785F85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97677562"/>
              </p:ext>
            </p:extLst>
          </p:nvPr>
        </p:nvGraphicFramePr>
        <p:xfrm>
          <a:off x="6096000" y="2294763"/>
          <a:ext cx="5281615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2C9BE3-B854-3AE8-940C-A2B139B7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5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5102-7BED-E66A-7F27-1B6F5DE8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Hybrid MPI + OpenMP Design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D419-6E88-EB07-381D-885D2EF45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Hybrid design is inspired by section 2.6.4 of </a:t>
            </a:r>
            <a:r>
              <a:rPr lang="en-US" err="1"/>
              <a:t>Eijkhout</a:t>
            </a:r>
          </a:p>
          <a:p>
            <a:r>
              <a:rPr lang="en-US"/>
              <a:t>Essentially MPI is used for communication across multiple nodes/processes on the cluster and then each process is parallelized and executes as multiple threads using OpenMP.</a:t>
            </a:r>
          </a:p>
          <a:p>
            <a:r>
              <a:rPr lang="en-US"/>
              <a:t>There were not many changes necessary to adopt this to our problem since our partitioning with MPI was roughly independent of the </a:t>
            </a:r>
            <a:r>
              <a:rPr lang="en-US" err="1"/>
              <a:t>OpenMPI</a:t>
            </a:r>
            <a:r>
              <a:rPr lang="en-US"/>
              <a:t> pragmas invoked in the core section of the algorithm.</a:t>
            </a:r>
          </a:p>
          <a:p>
            <a:pPr marL="0" indent="0">
              <a:buNone/>
            </a:pPr>
            <a:endParaRPr lang="en-US"/>
          </a:p>
          <a:p>
            <a:endParaRPr lang="en-US">
              <a:sym typeface="Wingdings" panose="05000000000000000000" pitchFamily="2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6A0FB-E1D9-1B02-EC28-11BD22A3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74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A5FFB-0E65-33AE-A2AA-FA9A5E56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07BD-A0C5-23F5-EE17-B4DCB274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63" y="236537"/>
            <a:ext cx="5257800" cy="1325563"/>
          </a:xfrm>
        </p:spPr>
        <p:txBody>
          <a:bodyPr/>
          <a:lstStyle/>
          <a:p>
            <a:r>
              <a:rPr lang="en-US"/>
              <a:t>Hybrid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6AE12-40BD-DC3A-F8C7-1AB7F1F32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541408"/>
            <a:ext cx="3152570" cy="757346"/>
          </a:xfrm>
        </p:spPr>
        <p:txBody>
          <a:bodyPr/>
          <a:lstStyle/>
          <a:p>
            <a:r>
              <a:rPr lang="en-US"/>
              <a:t>Total Time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4EF52-624B-DB90-04B8-E916C03B3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1487" y="3947480"/>
            <a:ext cx="5183188" cy="609600"/>
          </a:xfrm>
        </p:spPr>
        <p:txBody>
          <a:bodyPr/>
          <a:lstStyle/>
          <a:p>
            <a:r>
              <a:rPr lang="en-US"/>
              <a:t>Efficiency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3031766-ECF7-8C23-4E64-80891C6FAD65}"/>
              </a:ext>
            </a:extLst>
          </p:cNvPr>
          <p:cNvSpPr txBox="1">
            <a:spLocks/>
          </p:cNvSpPr>
          <p:nvPr/>
        </p:nvSpPr>
        <p:spPr>
          <a:xfrm>
            <a:off x="5326063" y="1325563"/>
            <a:ext cx="5183188" cy="609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Speed-up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BAC67CE-7FD8-4D47-904C-6C2F9FC0A0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721636"/>
              </p:ext>
            </p:extLst>
          </p:nvPr>
        </p:nvGraphicFramePr>
        <p:xfrm>
          <a:off x="6991350" y="213731"/>
          <a:ext cx="4295775" cy="3154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91CFA54-C105-42BA-AF4A-F2E68C2988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6657716"/>
              </p:ext>
            </p:extLst>
          </p:nvPr>
        </p:nvGraphicFramePr>
        <p:xfrm>
          <a:off x="7077074" y="3368044"/>
          <a:ext cx="4581526" cy="2722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070B6892-4344-4BB2-BFBB-703A1292D3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21200745"/>
              </p:ext>
            </p:extLst>
          </p:nvPr>
        </p:nvGraphicFramePr>
        <p:xfrm>
          <a:off x="393700" y="2514599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E919515-94DE-BC0F-3D0F-8A58B0DC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32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7DFD-87C7-230D-9988-85B11D46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Hybrid Performance for Largest </a:t>
            </a:r>
            <a:r>
              <a:rPr lang="en-US" err="1"/>
              <a:t>Gridsize</a:t>
            </a:r>
            <a:r>
              <a:rPr lang="en-US"/>
              <a:t>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D9621-F2E1-094A-7229-9E5B789D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86C4A3-D58A-F952-D0DB-B0C13E1D87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81679351"/>
              </p:ext>
            </p:extLst>
          </p:nvPr>
        </p:nvGraphicFramePr>
        <p:xfrm>
          <a:off x="2400299" y="1535430"/>
          <a:ext cx="5990952" cy="4820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96984">
                  <a:extLst>
                    <a:ext uri="{9D8B030D-6E8A-4147-A177-3AD203B41FA5}">
                      <a16:colId xmlns:a16="http://schemas.microsoft.com/office/drawing/2014/main" val="1080288715"/>
                    </a:ext>
                  </a:extLst>
                </a:gridCol>
                <a:gridCol w="1996984">
                  <a:extLst>
                    <a:ext uri="{9D8B030D-6E8A-4147-A177-3AD203B41FA5}">
                      <a16:colId xmlns:a16="http://schemas.microsoft.com/office/drawing/2014/main" val="3411412584"/>
                    </a:ext>
                  </a:extLst>
                </a:gridCol>
                <a:gridCol w="1996984">
                  <a:extLst>
                    <a:ext uri="{9D8B030D-6E8A-4147-A177-3AD203B41FA5}">
                      <a16:colId xmlns:a16="http://schemas.microsoft.com/office/drawing/2014/main" val="3667472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Time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724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186.069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20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186.748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84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195.931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66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259.722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626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263.556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76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272.647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488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367.259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65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368.945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47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386.057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08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386.943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97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392.943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071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405.168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0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319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AA7B-FFE7-B9D0-C320-5625E9F4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Comparisons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A197A0-419A-4356-9306-047DA3C1D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648029"/>
              </p:ext>
            </p:extLst>
          </p:nvPr>
        </p:nvGraphicFramePr>
        <p:xfrm>
          <a:off x="655650" y="1908453"/>
          <a:ext cx="10880700" cy="3048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88070">
                  <a:extLst>
                    <a:ext uri="{9D8B030D-6E8A-4147-A177-3AD203B41FA5}">
                      <a16:colId xmlns:a16="http://schemas.microsoft.com/office/drawing/2014/main" val="1510455904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2377147232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2073652973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3464795625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2670649890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2812797948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3375576223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1976880324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1766036880"/>
                    </a:ext>
                  </a:extLst>
                </a:gridCol>
                <a:gridCol w="1088070">
                  <a:extLst>
                    <a:ext uri="{9D8B030D-6E8A-4147-A177-3AD203B41FA5}">
                      <a16:colId xmlns:a16="http://schemas.microsoft.com/office/drawing/2014/main" val="3197097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Grid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Serial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OpenMP 16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OpenMP 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MPI 64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MPI 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MPI-NB 64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MPI-NB 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Hybrid 64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Hybrid 64 Speedup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453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7.07x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42.41x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47.87x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7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37.58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7.28x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51.86x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40.46x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933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14.94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10.29x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45.98x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49.83x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21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984.98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105.21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9.36x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18.62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52.91x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15.45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63.75x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7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3715.41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397.68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9.34x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68.76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54.04x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62.80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59.17x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18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15741.20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1428.63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11.02x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311.21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50.58x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232.90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67.59x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186.07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84.60x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9942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A950A4-C48E-3687-1FEA-8D203FE9E988}"/>
              </a:ext>
            </a:extLst>
          </p:cNvPr>
          <p:cNvSpPr txBox="1"/>
          <p:nvPr/>
        </p:nvSpPr>
        <p:spPr>
          <a:xfrm>
            <a:off x="1604722" y="5668540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4.4 </a:t>
            </a:r>
            <a:r>
              <a:rPr lang="en-US" b="1" u="sng"/>
              <a:t>hours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D6813-D53F-074C-8F65-8B588F285DA6}"/>
              </a:ext>
            </a:extLst>
          </p:cNvPr>
          <p:cNvSpPr txBox="1"/>
          <p:nvPr/>
        </p:nvSpPr>
        <p:spPr>
          <a:xfrm>
            <a:off x="8994340" y="566854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3.1 </a:t>
            </a:r>
            <a:r>
              <a:rPr lang="en-US" b="1" u="sng"/>
              <a:t>minutes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88F434DD-CC05-354D-171F-33E8E136C315}"/>
              </a:ext>
            </a:extLst>
          </p:cNvPr>
          <p:cNvSpPr/>
          <p:nvPr/>
        </p:nvSpPr>
        <p:spPr>
          <a:xfrm>
            <a:off x="2111672" y="5065381"/>
            <a:ext cx="243401" cy="603159"/>
          </a:xfrm>
          <a:prstGeom prst="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E79404C3-A151-21D7-A36B-59CC49B44314}"/>
              </a:ext>
            </a:extLst>
          </p:cNvPr>
          <p:cNvSpPr/>
          <p:nvPr/>
        </p:nvSpPr>
        <p:spPr>
          <a:xfrm>
            <a:off x="9710840" y="5065380"/>
            <a:ext cx="243401" cy="603159"/>
          </a:xfrm>
          <a:prstGeom prst="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15D3F8-1E13-1525-391B-CD4841CE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3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5B0F-BD2F-7339-0624-4EDF78DE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Lessons Learned /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E6C15-2F93-EE55-95F2-7E895287D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MPI debugging is hard!</a:t>
            </a:r>
          </a:p>
          <a:p>
            <a:r>
              <a:rPr lang="en-US"/>
              <a:t>Parallelism does not guarantee speedup</a:t>
            </a:r>
          </a:p>
          <a:p>
            <a:r>
              <a:rPr lang="en-US"/>
              <a:t>How you decide to partition your data for dispersal/collection with MPI makes significant changes to your algorithm necessary.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1EC61-351B-890B-B37D-824DCB30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25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200D-E03D-675C-6952-64AD5C3C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81" y="2432587"/>
            <a:ext cx="10515600" cy="1325563"/>
          </a:xfrm>
        </p:spPr>
        <p:txBody>
          <a:bodyPr/>
          <a:lstStyle/>
          <a:p>
            <a:pPr algn="ctr"/>
            <a:r>
              <a:rPr lang="en-US"/>
              <a:t>Thank you!</a:t>
            </a:r>
            <a:br>
              <a:rPr lang="en-US"/>
            </a:br>
            <a:r>
              <a:rPr lang="en-US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36F64-DDF0-444B-E1EF-5FB4E62E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E864-85BD-4A5B-9170-EB4F79F60C4F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6E6864-2F27-1DEC-C70D-3B3A01D8F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207" y="5416152"/>
            <a:ext cx="662449" cy="662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BF9929-A451-1A73-ECF0-4E7606980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855" y="696645"/>
            <a:ext cx="548149" cy="548149"/>
          </a:xfrm>
          <a:prstGeom prst="rect">
            <a:avLst/>
          </a:prstGeom>
        </p:spPr>
      </p:pic>
      <p:pic>
        <p:nvPicPr>
          <p:cNvPr id="9" name="Picture 8" descr="A grid with orange and pink squares&#10;&#10;AI-generated content may be incorrect.">
            <a:extLst>
              <a:ext uri="{FF2B5EF4-FFF2-40B4-BE49-F238E27FC236}">
                <a16:creationId xmlns:a16="http://schemas.microsoft.com/office/drawing/2014/main" id="{F1AC06E9-5074-267D-FBD2-BE25675B7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27" y="605150"/>
            <a:ext cx="2121810" cy="2219364"/>
          </a:xfrm>
          <a:prstGeom prst="rect">
            <a:avLst/>
          </a:prstGeom>
        </p:spPr>
      </p:pic>
      <p:pic>
        <p:nvPicPr>
          <p:cNvPr id="11" name="Picture 10" descr="A red and yellow squares&#10;&#10;AI-generated content may be incorrect.">
            <a:extLst>
              <a:ext uri="{FF2B5EF4-FFF2-40B4-BE49-F238E27FC236}">
                <a16:creationId xmlns:a16="http://schemas.microsoft.com/office/drawing/2014/main" id="{DB87B2DA-DD5C-C75A-9850-89A3417C8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726" y="3694500"/>
            <a:ext cx="2743199" cy="272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396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Simulation of a 2D SIR Model Using OpenMP, MPI, and Hybrid Parallelism</vt:lpstr>
      <vt:lpstr>Background: SIR Model</vt:lpstr>
      <vt:lpstr>Original Baseline Code</vt:lpstr>
      <vt:lpstr>Quick Reference to Conway's GOL rules</vt:lpstr>
      <vt:lpstr>Quick Reference to Conway's GOL rules</vt:lpstr>
      <vt:lpstr>Update Example</vt:lpstr>
      <vt:lpstr>Parallelization Overview and Benchmark Design</vt:lpstr>
      <vt:lpstr>OpenMP Design and Performance</vt:lpstr>
      <vt:lpstr>OpenMP Design and Performance</vt:lpstr>
      <vt:lpstr>MPI Design</vt:lpstr>
      <vt:lpstr>MPI Design</vt:lpstr>
      <vt:lpstr>MPI Performance – Total Time</vt:lpstr>
      <vt:lpstr>MPI Performance - Speedup</vt:lpstr>
      <vt:lpstr>MPI Performance - Efficiency</vt:lpstr>
      <vt:lpstr>Hybrid MPI + OpenMP Design and Performance</vt:lpstr>
      <vt:lpstr>Hybrid Performance</vt:lpstr>
      <vt:lpstr>Hybrid Performance for Largest Gridsize </vt:lpstr>
      <vt:lpstr>Overall Comparisons</vt:lpstr>
      <vt:lpstr>Lessons Learned / Next Steps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Saban, Michael</dc:creator>
  <cp:revision>1</cp:revision>
  <dcterms:created xsi:type="dcterms:W3CDTF">2025-12-09T19:53:21Z</dcterms:created>
  <dcterms:modified xsi:type="dcterms:W3CDTF">2025-12-11T00:51:19Z</dcterms:modified>
</cp:coreProperties>
</file>